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0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1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2.xml" ContentType="application/vnd.openxmlformats-officedocument.themeOverr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3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7" r:id="rId19"/>
    <p:sldId id="273" r:id="rId20"/>
    <p:sldId id="275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5" r:id="rId29"/>
    <p:sldId id="283" r:id="rId30"/>
    <p:sldId id="287" r:id="rId31"/>
    <p:sldId id="284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55;&#1086;&#1083;&#1100;&#1079;&#1086;&#1074;&#1072;&#1090;&#1077;&#1083;&#1080;\&#1044;&#1080;&#1085;&#1072;&#1084;&#1080;&#1082;&#1072;%20&#1087;&#1086;&#1083;&#1100;&#1079;&#1086;&#1074;&#1072;&#1090;&#1077;&#1083;&#1100;&#1089;&#1082;&#1086;&#1081;%20&#1073;&#1072;&#1079;&#1099;%20&#1080;&#1075;&#1088;&#1099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48;&#1075;&#1088;&#1086;&#1074;&#1099;&#1077;%20&#1089;&#1077;&#1089;&#1089;&#1080;&#1080;\&#1050;&#1086;&#1075;&#1086;&#1088;&#1090;&#1085;&#1099;&#1081;%20&#1072;&#1085;&#1072;&#1083;&#1080;&#1079;%20&#1080;&#1075;&#1088;&#1086;&#1074;&#1099;&#1093;%20&#1089;&#1077;&#1089;&#1089;&#1080;&#1081;%20&#1080;&#1075;&#1088;&#1099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48;&#1075;&#1088;&#1086;&#1074;&#1099;&#1077;%20&#1089;&#1077;&#1089;&#1089;&#1080;&#1080;\&#1044;&#1080;&#1085;&#1072;&#1084;&#1080;&#1082;&#1072;%20&#1076;&#1086;&#1083;&#1080;%20&#1076;&#1083;&#1080;&#1085;&#1085;&#1099;&#1093;%20&#1089;&#1077;&#1089;&#1089;&#1080;&#1081;%20&#1080;&#1075;&#1088;&#1099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48;&#1075;&#1088;&#1086;&#1074;&#1099;&#1077;%20&#1089;&#1077;&#1089;&#1089;&#1080;&#1080;\&#1057;&#1088;&#1077;&#1076;&#1085;&#1077;&#1077;%20&#1074;&#1088;&#1077;&#1084;&#1103;%20&#1080;&#1075;&#1088;&#1086;&#1074;&#1086;&#1081;%20&#1089;&#1077;&#1089;&#1089;&#1080;&#1080;%20&#1087;&#1086;%20&#1084;&#1077;&#1089;&#1103;&#1094;&#1072;&#1084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55;&#1088;&#1080;&#1075;&#1083;&#1072;&#1096;&#1077;&#1085;&#1080;&#1103;%20&#1074;%20&#1080;&#1075;&#1088;&#1091;\&#1057;&#1072;&#1084;&#1099;&#1077;%20&#1074;&#1086;&#1074;&#1083;&#1077;&#1095;&#1077;&#1085;&#1085;&#1099;&#1077;%20&#1074;%20&#1080;&#1075;&#1088;&#1091;%20&#1087;&#1086;&#1083;&#1100;&#1083;&#1079;&#1086;&#1074;&#1072;&#1090;&#1077;&#1083;&#1080;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55;&#1088;&#1080;&#1075;&#1083;&#1072;&#1096;&#1077;&#1085;&#1080;&#1103;%20&#1074;%20&#1080;&#1075;&#1088;&#1091;\&#1058;&#1054;&#1055;%2050%20&#1087;&#1086;&#1083;&#1100;&#1079;&#1086;&#1074;&#1072;&#1090;&#1077;&#1083;&#1077;&#1081;%20&#1086;&#1090;&#1087;&#1088;&#1072;&#1074;&#1080;&#1074;&#1096;&#1080;&#1093;%20&#1085;&#1072;&#1080;&#1073;&#1086;&#1083;&#1100;&#1096;&#1077;&#1077;%20&#1095;&#1080;&#1089;&#1083;&#1086;%20&#1087;&#1088;&#1080;&#1075;&#1083;&#1072;&#1096;&#1077;&#1085;&#1080;&#1081;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55;&#1088;&#1080;&#1075;&#1083;&#1072;&#1096;&#1077;&#1085;&#1080;&#1103;%20&#1074;%20&#1080;&#1075;&#1088;&#1091;\&#1053;&#1072;&#1080;&#1073;&#1086;&#1083;&#1077;&#1077;%20&#1101;&#1092;&#1092;&#1077;&#1082;&#1090;&#1080;&#1074;&#1085;&#1099;&#1077;%20&#1080;&#1079;%20&#1072;&#1082;&#1090;&#1080;&#1074;&#1085;&#1099;&#1093;%20&#1087;&#1086;&#1083;&#1100;&#1079;&#1086;&#1074;&#1072;&#1090;&#1077;&#1083;&#1077;&#1081;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52;&#1072;&#1088;&#1082;&#1077;&#1090;&#1080;&#1085;&#1075;&#1086;&#1074;&#1099;&#1081;%20&#1072;&#1085;&#1072;&#1083;&#1080;&#1079;%20&#1080;&#1075;&#1088;&#1099;\DAU%20-%20MAU%20-%20WAU%20-%20Stickly%20Factor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52;&#1072;&#1088;&#1082;&#1077;&#1090;&#1080;&#1085;&#1075;&#1086;&#1074;&#1099;&#1081;%20&#1072;&#1085;&#1072;&#1083;&#1080;&#1079;%20&#1080;&#1075;&#1088;&#1099;\DAU%20-%20MAU%20-%20WAU%20-%20Stickly%20Factor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60;&#1080;&#1085;&#1072;&#1085;&#1089;&#1086;&#1074;&#1099;&#1081;%20&#1072;&#1085;&#1072;&#1083;&#1080;&#1079;%20&#1080;&#1075;&#1088;&#1099;\&#1044;&#1080;&#1085;&#1072;&#1084;&#1080;&#1082;&#1072;%20&#1082;&#1083;&#1080;&#1077;&#1085;&#1090;&#1089;&#1082;&#1080;&#1093;%20&#1074;&#1099;&#1087;&#1083;&#1072;&#1090;%20&#1087;&#1086;%20&#1090;&#1080;&#1087;&#1091;%20&#1087;&#1088;&#1086;&#1076;&#1091;&#1082;&#1090;&#1072;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60;&#1080;&#1085;&#1072;&#1085;&#1089;&#1086;&#1074;&#1099;&#1081;%20&#1072;&#1085;&#1072;&#1083;&#1080;&#1079;%20&#1080;&#1075;&#1088;&#1099;\&#1044;&#1080;&#1085;&#1072;&#1084;&#1080;&#1082;&#1072;%20&#1082;&#1083;&#1080;&#1077;&#1085;&#1090;&#1089;&#1082;&#1080;&#1093;%20&#1074;&#1099;&#1087;&#1083;&#1072;&#1090;%20&#1087;&#1086;%20&#1090;&#1080;&#1087;&#1091;%20&#1087;&#1088;&#1086;&#1076;&#1091;&#1082;&#1090;&#1072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60;&#1080;&#1085;&#1072;&#1085;&#1089;&#1086;&#1074;&#1099;&#1081;%20&#1072;&#1085;&#1072;&#1083;&#1080;&#1079;%20&#1080;&#1075;&#1088;&#1099;\&#1044;&#1080;&#1085;&#1072;&#1084;&#1080;&#1082;&#1072;%20&#1082;&#1083;&#1080;&#1077;&#1085;&#1090;&#1089;&#1082;&#1080;&#1093;%20&#1074;&#1099;&#1087;&#1083;&#1072;&#1090;%20&#1087;&#1086;%20&#1090;&#1080;&#1087;&#1091;%20&#1087;&#1088;&#1086;&#1076;&#1091;&#1082;&#1090;&#1072;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60;&#1080;&#1085;&#1072;&#1085;&#1089;&#1086;&#1074;&#1099;&#1081;%20&#1072;&#1085;&#1072;&#1083;&#1080;&#1079;%20&#1080;&#1075;&#1088;&#1099;\&#1048;&#1079;&#1084;&#1077;&#1085;&#1077;&#1085;&#1080;&#1077;%20&#1076;&#1080;&#1085;&#1072;&#1084;&#1080;&#1082;&#1080;%20&#1089;&#1091;&#1084;&#1084;&#1072;&#1088;&#1085;&#1086;&#1081;%20&#1074;&#1099;&#1088;&#1091;&#1095;&#1082;&#1080;%20&#1087;&#1086;&#1089;&#1083;&#1077;%20&#1091;&#1074;&#1077;&#1083;&#1080;&#1095;&#1077;&#1085;&#1080;&#1103;%20&#1089;&#1090;&#1086;&#1080;&#1084;&#1086;&#1089;&#1090;&#1080;%20&#1082;&#1088;&#1080;&#1089;&#1090;&#1072;&#1083;&#1072;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60;&#1080;&#1085;&#1072;&#1085;&#1089;&#1086;&#1074;&#1099;&#1081;%20&#1072;&#1085;&#1072;&#1083;&#1080;&#1079;%20&#1080;&#1075;&#1088;&#1099;\&#1040;&#1085;&#1072;&#1083;&#1080;&#1079;%20&#1089;&#1088;&#1077;&#1076;&#1085;&#1080;&#1093;%20&#1087;&#1083;&#1072;&#1090;&#1077;&#1078;&#1077;&#1081;%20&#1087;&#1086;%20&#1082;&#1086;&#1075;&#1086;&#1088;&#1090;&#1072;&#1084;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40;&#1085;&#1072;&#1083;&#1080;&#1079;%20&#1083;&#1086;&#1103;&#1083;&#1100;&#1085;&#1086;&#1089;&#1090;&#1080;%20&#1087;&#1086;&#1083;&#1100;&#1079;&#1086;&#1074;&#1072;&#1090;&#1077;&#1083;&#1077;&#1081;\LMAU%20&#1076;&#1083;&#1103;%20&#1082;&#1088;&#1080;&#1090;&#1077;&#1088;&#1080;&#1103;%20&#1083;&#1086;&#1103;&#1083;&#1100;&#1085;&#1086;&#1089;&#1090;&#1080;%203-1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oleObject" Target="file:///C:\&#1052;&#1086;&#1080;%20&#1060;&#1072;&#1081;&#1083;&#1099;\SkyPro%20Data%20&#1040;&#1085;&#1072;&#1083;&#1080;&#1090;&#1080;&#1082;\SQL\&#1050;&#1091;&#1088;&#1089;&#1086;&#1074;&#1086;&#1081;%20&#1087;&#1088;&#1086;&#1077;&#1082;&#1090;\&#1040;&#1085;&#1072;&#1083;&#1080;&#1079;%20&#1083;&#1086;&#1103;&#1083;&#1100;&#1085;&#1086;&#1089;&#1090;&#1080;%20&#1087;&#1086;&#1083;&#1100;&#1079;&#1086;&#1074;&#1072;&#1090;&#1077;&#1083;&#1077;&#1081;\LMAU%20&#1076;&#1083;&#1103;%20&#1082;&#1088;&#1080;&#1090;&#1077;&#1088;&#1080;&#1103;%20&#1083;&#1086;&#1103;&#1083;&#1100;&#1085;&#1086;&#1089;&#1090;&#1080;%20100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ln w="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пользователей игры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ln w="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cnt_users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#,##0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D1-4C70-8C20-AA8A5CA9E9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27581455"/>
        <c:axId val="1027568975"/>
      </c:barChart>
      <c:dateAx>
        <c:axId val="1027581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 w="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Месяц,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 w="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27568975"/>
        <c:crosses val="autoZero"/>
        <c:auto val="1"/>
        <c:lblOffset val="100"/>
        <c:baseTimeUnit val="months"/>
      </c:dateAx>
      <c:valAx>
        <c:axId val="1027568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 w="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пользователей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 w="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27581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 w="0">
            <a:noFill/>
          </a:ln>
        </a:defRPr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Общее количество сессий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070C0">
                  <a:alpha val="4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#,##0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B4-4475-B56A-EC74FBF62341}"/>
            </c:ext>
          </c:extLst>
        </c:ser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Сессии более 5 мин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C000">
                  <a:alpha val="5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#,##0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B4-4475-B56A-EC74FBF62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79236320"/>
        <c:axId val="1079247360"/>
      </c:barChart>
      <c:lineChart>
        <c:grouping val="standard"/>
        <c:varyColors val="0"/>
        <c:ser>
          <c:idx val="2"/>
          <c:order val="2"/>
          <c:tx>
            <c:strRef>
              <c:f>'Результат запроса'!$D$1</c:f>
              <c:strCache>
                <c:ptCount val="1"/>
                <c:pt idx="0">
                  <c:v>Доля сессий более 5 мин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accent6">
                  <a:alpha val="50000"/>
                </a:schemeClr>
              </a:solidFill>
              <a:ln>
                <a:noFill/>
              </a:ln>
              <a:effectLst>
                <a:softEdge rad="0"/>
              </a:effectLst>
              <a:scene3d>
                <a:camera prst="orthographicFront"/>
                <a:lightRig rig="threePt" dir="t"/>
              </a:scene3d>
              <a:sp3d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запроса'!$D$2:$D$11</c:f>
              <c:numCache>
                <c:formatCode>0%</c:formatCode>
                <c:ptCount val="10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  <c:pt idx="9">
                  <c:v>0.65212145586165293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2B4-4475-B56A-EC74FBF62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79252640"/>
        <c:axId val="1079250240"/>
      </c:lineChart>
      <c:dateAx>
        <c:axId val="1079236320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9247360"/>
        <c:crosses val="autoZero"/>
        <c:auto val="1"/>
        <c:lblOffset val="100"/>
        <c:baseTimeUnit val="months"/>
      </c:dateAx>
      <c:valAx>
        <c:axId val="107924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сессий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9236320"/>
        <c:crosses val="autoZero"/>
        <c:crossBetween val="between"/>
      </c:valAx>
      <c:valAx>
        <c:axId val="1079250240"/>
        <c:scaling>
          <c:orientation val="minMax"/>
          <c:max val="1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Доля сессий более 5 мин,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9252640"/>
        <c:crosses val="max"/>
        <c:crossBetween val="between"/>
      </c:valAx>
      <c:dateAx>
        <c:axId val="1079252640"/>
        <c:scaling>
          <c:orientation val="minMax"/>
        </c:scaling>
        <c:delete val="1"/>
        <c:axPos val="b"/>
        <c:numFmt formatCode="[$-419]mmmm\ yyyy;@" sourceLinked="1"/>
        <c:majorTickMark val="out"/>
        <c:minorTickMark val="none"/>
        <c:tickLblPos val="nextTo"/>
        <c:crossAx val="1079250240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dirty="0"/>
              <a:t>Доля  длинных сессий (1 час)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Доля  длинных сессий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ln cap="sq">
                      <a:solidFill>
                        <a:schemeClr val="tx1">
                          <a:alpha val="50000"/>
                        </a:schemeClr>
                      </a:solidFill>
                      <a:round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0%</c:formatCode>
                <c:ptCount val="10"/>
                <c:pt idx="0">
                  <c:v>0.66811751904243744</c:v>
                </c:pt>
                <c:pt idx="1">
                  <c:v>0.69244288224956063</c:v>
                </c:pt>
                <c:pt idx="2">
                  <c:v>0.69154518950437316</c:v>
                </c:pt>
                <c:pt idx="3">
                  <c:v>0.6843559977888336</c:v>
                </c:pt>
                <c:pt idx="4">
                  <c:v>0.63607342378292098</c:v>
                </c:pt>
                <c:pt idx="5">
                  <c:v>0.56372549019607843</c:v>
                </c:pt>
                <c:pt idx="6">
                  <c:v>0.65014084507042258</c:v>
                </c:pt>
                <c:pt idx="7">
                  <c:v>0.66941128036228903</c:v>
                </c:pt>
                <c:pt idx="8">
                  <c:v>0.6426187419768935</c:v>
                </c:pt>
                <c:pt idx="9">
                  <c:v>0.70027752081406103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0-4964-82B8-8D21E4222C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1079238720"/>
        <c:axId val="1079240160"/>
      </c:barChart>
      <c:dateAx>
        <c:axId val="10792387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9240160"/>
        <c:crosses val="autoZero"/>
        <c:auto val="1"/>
        <c:lblOffset val="100"/>
        <c:baseTimeUnit val="months"/>
      </c:dateAx>
      <c:valAx>
        <c:axId val="107924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Доля, %</a:t>
                </a:r>
              </a:p>
            </c:rich>
          </c:tx>
          <c:layout>
            <c:manualLayout>
              <c:xMode val="edge"/>
              <c:yMode val="edge"/>
              <c:x val="9.9631447500780432E-3"/>
              <c:y val="0.389798290713214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9238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средней продолжительности</a:t>
            </a:r>
            <a:r>
              <a:rPr lang="en-US"/>
              <a:t> </a:t>
            </a:r>
            <a:r>
              <a:rPr lang="ru-RU"/>
              <a:t>сессии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Средняя продолжительность 1 сессии, мин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solidFill>
                <a:srgbClr val="FF0000">
                  <a:alpha val="31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#\ ##0.##</c:formatCode>
                <c:ptCount val="10"/>
                <c:pt idx="0">
                  <c:v>2.2188248095756258</c:v>
                </c:pt>
                <c:pt idx="1">
                  <c:v>2.3230326108181996</c:v>
                </c:pt>
                <c:pt idx="2">
                  <c:v>2.2760932944606416</c:v>
                </c:pt>
                <c:pt idx="3">
                  <c:v>2.3715035931453841</c:v>
                </c:pt>
                <c:pt idx="4">
                  <c:v>2.5163474328278799</c:v>
                </c:pt>
                <c:pt idx="5">
                  <c:v>2.731181917211329</c:v>
                </c:pt>
                <c:pt idx="6">
                  <c:v>2.3998779342723005</c:v>
                </c:pt>
                <c:pt idx="7">
                  <c:v>2.2895430218196791</c:v>
                </c:pt>
                <c:pt idx="8">
                  <c:v>5.5359777492511766</c:v>
                </c:pt>
                <c:pt idx="9">
                  <c:v>2.3343766060232296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66-4514-9CDF-06E5056065B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16373183"/>
        <c:axId val="1816378943"/>
      </c:lineChart>
      <c:dateAx>
        <c:axId val="18163731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16378943"/>
        <c:crosses val="autoZero"/>
        <c:auto val="1"/>
        <c:lblOffset val="100"/>
        <c:baseTimeUnit val="months"/>
      </c:dateAx>
      <c:valAx>
        <c:axId val="1816378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продолжительность, мин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.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16373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'Результат запроса'!$B$1</c:f>
              <c:strCache>
                <c:ptCount val="1"/>
                <c:pt idx="0">
                  <c:v>Общее время сессий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tx1">
                            <a:alpha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tx1">
                            <a:alpha val="50000"/>
                          </a:schemeClr>
                        </a:solidFill>
                      </a:rPr>
                      <a:t> </a:t>
                    </a:r>
                    <a:fld id="{020B49C5-733F-48E4-970F-600700DC92AE}" type="VALUE">
                      <a:rPr lang="en-US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tx1">
                            <a:alpha val="50000"/>
                          </a:schemeClr>
                        </a:solidFill>
                      </a:rPr>
                      <a:pPr>
                        <a:defRPr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solidFill>
                            <a:schemeClr val="tx1">
                              <a:alpha val="50000"/>
                            </a:schemeClr>
                          </a:solidFill>
                        </a:defRPr>
                      </a:pPr>
                      <a:t>[ЗНАЧЕНИЕ]</a:t>
                    </a:fld>
                    <a:endParaRPr lang="en-US" baseline="0">
                      <a:ln>
                        <a:solidFill>
                          <a:schemeClr val="tx1">
                            <a:alpha val="50000"/>
                          </a:schemeClr>
                        </a:solidFill>
                      </a:ln>
                      <a:solidFill>
                        <a:schemeClr val="tx1">
                          <a:alpha val="50000"/>
                        </a:schemeClr>
                      </a:solidFill>
                    </a:endParaRPr>
                  </a:p>
                </c:rich>
              </c:tx>
              <c:spPr>
                <a:solidFill>
                  <a:srgbClr val="FF0000">
                    <a:alpha val="20000"/>
                  </a:srgbClr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ln>
                        <a:solidFill>
                          <a:schemeClr val="tx1">
                            <a:alpha val="50000"/>
                          </a:schemeClr>
                        </a:solidFill>
                      </a:ln>
                      <a:solidFill>
                        <a:schemeClr val="tx1">
                          <a:alpha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857-4132-BF32-7F37F35A17E2}"/>
                </c:ext>
              </c:extLst>
            </c:dLbl>
            <c:dLbl>
              <c:idx val="1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tx1">
                            <a:alpha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tx1">
                            <a:alpha val="50000"/>
                          </a:schemeClr>
                        </a:solidFill>
                      </a:rPr>
                      <a:t> </a:t>
                    </a:r>
                    <a:fld id="{64CD48FF-661F-4655-BE3E-D0A75AE0F841}" type="VALUE">
                      <a:rPr lang="en-US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tx1">
                            <a:alpha val="50000"/>
                          </a:schemeClr>
                        </a:solidFill>
                      </a:rPr>
                      <a:pPr>
                        <a:defRPr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solidFill>
                            <a:schemeClr val="tx1">
                              <a:alpha val="50000"/>
                            </a:schemeClr>
                          </a:solidFill>
                        </a:defRPr>
                      </a:pPr>
                      <a:t>[ЗНАЧЕНИЕ]</a:t>
                    </a:fld>
                    <a:endParaRPr lang="en-US" baseline="0">
                      <a:ln>
                        <a:solidFill>
                          <a:schemeClr val="tx1">
                            <a:alpha val="50000"/>
                          </a:schemeClr>
                        </a:solidFill>
                      </a:ln>
                      <a:solidFill>
                        <a:schemeClr val="tx1">
                          <a:alpha val="50000"/>
                        </a:schemeClr>
                      </a:solidFill>
                    </a:endParaRPr>
                  </a:p>
                </c:rich>
              </c:tx>
              <c:spPr>
                <a:solidFill>
                  <a:srgbClr val="FF0000">
                    <a:alpha val="20000"/>
                  </a:srgbClr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ln>
                        <a:solidFill>
                          <a:schemeClr val="tx1">
                            <a:alpha val="50000"/>
                          </a:schemeClr>
                        </a:solidFill>
                      </a:ln>
                      <a:solidFill>
                        <a:schemeClr val="tx1">
                          <a:alpha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857-4132-BF32-7F37F35A17E2}"/>
                </c:ext>
              </c:extLst>
            </c:dLbl>
            <c:dLbl>
              <c:idx val="2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tx1">
                            <a:alpha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FD060D9-1793-42A2-8CFC-4ECC4EBFF2CA}" type="VALUE">
                      <a:rPr lang="en-US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tx1">
                            <a:alpha val="50000"/>
                          </a:schemeClr>
                        </a:solidFill>
                      </a:rPr>
                      <a:pPr>
                        <a:defRPr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solidFill>
                            <a:schemeClr val="tx1">
                              <a:alpha val="50000"/>
                            </a:schemeClr>
                          </a:solidFill>
                        </a:defRPr>
                      </a:pPr>
                      <a:t>[ЗНАЧЕНИЕ]</a:t>
                    </a:fld>
                    <a:endParaRPr lang="ru-RU"/>
                  </a:p>
                </c:rich>
              </c:tx>
              <c:spPr>
                <a:solidFill>
                  <a:srgbClr val="FF0000">
                    <a:alpha val="20000"/>
                  </a:srgbClr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ln>
                        <a:solidFill>
                          <a:schemeClr val="tx1">
                            <a:alpha val="50000"/>
                          </a:schemeClr>
                        </a:solidFill>
                      </a:ln>
                      <a:solidFill>
                        <a:schemeClr val="tx1">
                          <a:alpha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9857-4132-BF32-7F37F35A17E2}"/>
                </c:ext>
              </c:extLst>
            </c:dLbl>
            <c:dLbl>
              <c:idx val="24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A080B45-D5C8-422D-8ACE-9B7023432E50}" type="VALUE">
                      <a:rPr lang="en-US" baseline="0" smtClean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</a:rPr>
                      <a:pPr>
                        <a:defRPr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</a:defRPr>
                      </a:pPr>
                      <a:t>[ЗНАЧЕНИЕ]</a:t>
                    </a:fld>
                    <a:endParaRPr lang="ru-RU"/>
                  </a:p>
                </c:rich>
              </c:tx>
              <c:spPr>
                <a:solidFill>
                  <a:srgbClr val="FF0000">
                    <a:alpha val="20000"/>
                  </a:srgbClr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ln>
                        <a:solidFill>
                          <a:schemeClr val="tx1">
                            <a:alpha val="50000"/>
                          </a:schemeClr>
                        </a:solidFill>
                      </a:ln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857-4132-BF32-7F37F35A17E2}"/>
                </c:ext>
              </c:extLst>
            </c:dLbl>
            <c:spPr>
              <a:solidFill>
                <a:srgbClr val="FF0000">
                  <a:alpha val="20000"/>
                </a:srgbClr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alpha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eparator>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'Результат запроса'!$A$2:$A$26</c:f>
              <c:numCache>
                <c:formatCode>General</c:formatCode>
                <c:ptCount val="25"/>
                <c:pt idx="0">
                  <c:v>2902744</c:v>
                </c:pt>
                <c:pt idx="1">
                  <c:v>2903516</c:v>
                </c:pt>
                <c:pt idx="2">
                  <c:v>2901980</c:v>
                </c:pt>
                <c:pt idx="3">
                  <c:v>2901943</c:v>
                </c:pt>
                <c:pt idx="4">
                  <c:v>2902753</c:v>
                </c:pt>
                <c:pt idx="5">
                  <c:v>2903006</c:v>
                </c:pt>
                <c:pt idx="6">
                  <c:v>2901218</c:v>
                </c:pt>
                <c:pt idx="7">
                  <c:v>2901168</c:v>
                </c:pt>
                <c:pt idx="8">
                  <c:v>2903361</c:v>
                </c:pt>
                <c:pt idx="9">
                  <c:v>2902442</c:v>
                </c:pt>
                <c:pt idx="10">
                  <c:v>2901948</c:v>
                </c:pt>
                <c:pt idx="11">
                  <c:v>2902846</c:v>
                </c:pt>
                <c:pt idx="12">
                  <c:v>2901648</c:v>
                </c:pt>
                <c:pt idx="13">
                  <c:v>2902723</c:v>
                </c:pt>
                <c:pt idx="14">
                  <c:v>2901672</c:v>
                </c:pt>
                <c:pt idx="15">
                  <c:v>2901519</c:v>
                </c:pt>
                <c:pt idx="16">
                  <c:v>2903986</c:v>
                </c:pt>
                <c:pt idx="17">
                  <c:v>2903106</c:v>
                </c:pt>
                <c:pt idx="18">
                  <c:v>2902358</c:v>
                </c:pt>
                <c:pt idx="19">
                  <c:v>2901282</c:v>
                </c:pt>
                <c:pt idx="20">
                  <c:v>2901611</c:v>
                </c:pt>
                <c:pt idx="21">
                  <c:v>2903797</c:v>
                </c:pt>
                <c:pt idx="22">
                  <c:v>2903735</c:v>
                </c:pt>
                <c:pt idx="23">
                  <c:v>2903053</c:v>
                </c:pt>
                <c:pt idx="24">
                  <c:v>2902281</c:v>
                </c:pt>
              </c:numCache>
            </c:numRef>
          </c:cat>
          <c:val>
            <c:numRef>
              <c:f>'Результат запроса'!$B$2:$B$26</c:f>
              <c:numCache>
                <c:formatCode>#,##0</c:formatCode>
                <c:ptCount val="25"/>
                <c:pt idx="0">
                  <c:v>9753</c:v>
                </c:pt>
                <c:pt idx="1">
                  <c:v>8419</c:v>
                </c:pt>
                <c:pt idx="2">
                  <c:v>7816</c:v>
                </c:pt>
                <c:pt idx="3">
                  <c:v>7809</c:v>
                </c:pt>
                <c:pt idx="4">
                  <c:v>7649</c:v>
                </c:pt>
                <c:pt idx="5">
                  <c:v>7292</c:v>
                </c:pt>
                <c:pt idx="6">
                  <c:v>7189</c:v>
                </c:pt>
                <c:pt idx="7">
                  <c:v>7132</c:v>
                </c:pt>
                <c:pt idx="8">
                  <c:v>7115</c:v>
                </c:pt>
                <c:pt idx="9">
                  <c:v>6823</c:v>
                </c:pt>
                <c:pt idx="10">
                  <c:v>6818</c:v>
                </c:pt>
                <c:pt idx="11">
                  <c:v>6754</c:v>
                </c:pt>
                <c:pt idx="12">
                  <c:v>6704</c:v>
                </c:pt>
                <c:pt idx="13">
                  <c:v>6268</c:v>
                </c:pt>
                <c:pt idx="14">
                  <c:v>6169</c:v>
                </c:pt>
                <c:pt idx="15">
                  <c:v>5802</c:v>
                </c:pt>
                <c:pt idx="16">
                  <c:v>5724</c:v>
                </c:pt>
                <c:pt idx="17">
                  <c:v>5550</c:v>
                </c:pt>
                <c:pt idx="18">
                  <c:v>5417</c:v>
                </c:pt>
                <c:pt idx="19">
                  <c:v>5274</c:v>
                </c:pt>
                <c:pt idx="20">
                  <c:v>5089</c:v>
                </c:pt>
                <c:pt idx="21">
                  <c:v>5059</c:v>
                </c:pt>
                <c:pt idx="22">
                  <c:v>5014</c:v>
                </c:pt>
                <c:pt idx="23">
                  <c:v>4934</c:v>
                </c:pt>
                <c:pt idx="24">
                  <c:v>4890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57-4132-BF32-7F37F35A17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24"/>
        <c:axId val="586889295"/>
        <c:axId val="586880655"/>
      </c:barChart>
      <c:catAx>
        <c:axId val="5868892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ID </a:t>
                </a:r>
                <a:r>
                  <a:rPr lang="ru-RU"/>
                  <a:t>игрока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6880655"/>
        <c:crosses val="autoZero"/>
        <c:auto val="1"/>
        <c:lblAlgn val="ctr"/>
        <c:lblOffset val="100"/>
        <c:noMultiLvlLbl val="0"/>
      </c:catAx>
      <c:valAx>
        <c:axId val="586880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Время, мин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6889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ТОП 10 игроков по количеству приглашений в игру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1"/>
          <c:order val="1"/>
          <c:tx>
            <c:strRef>
              <c:f>'Результат запроса'!$B$1</c:f>
              <c:strCache>
                <c:ptCount val="1"/>
                <c:pt idx="0">
                  <c:v>cnt</c:v>
                </c:pt>
              </c:strCache>
            </c:strRef>
          </c:tx>
          <c:spPr>
            <a:solidFill>
              <a:schemeClr val="accent4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C000">
                  <a:alpha val="50000"/>
                </a:srgbClr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4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#,##0</c:formatCode>
                <c:ptCount val="10"/>
                <c:pt idx="0">
                  <c:v>2902573</c:v>
                </c:pt>
                <c:pt idx="1">
                  <c:v>2902464</c:v>
                </c:pt>
                <c:pt idx="2">
                  <c:v>2903007</c:v>
                </c:pt>
                <c:pt idx="3">
                  <c:v>2901370</c:v>
                </c:pt>
                <c:pt idx="4">
                  <c:v>2903676</c:v>
                </c:pt>
                <c:pt idx="5">
                  <c:v>2902696</c:v>
                </c:pt>
                <c:pt idx="6">
                  <c:v>2903538</c:v>
                </c:pt>
                <c:pt idx="7">
                  <c:v>2901219</c:v>
                </c:pt>
                <c:pt idx="8">
                  <c:v>2902865</c:v>
                </c:pt>
                <c:pt idx="9">
                  <c:v>2902502</c:v>
                </c:pt>
              </c:numCache>
            </c:numRef>
          </c:cat>
          <c:val>
            <c:numRef>
              <c:f>'Результат запроса'!$B$2:$B$11</c:f>
              <c:numCache>
                <c:formatCode>#,##0</c:formatCode>
                <c:ptCount val="10"/>
                <c:pt idx="0">
                  <c:v>18</c:v>
                </c:pt>
                <c:pt idx="1">
                  <c:v>17</c:v>
                </c:pt>
                <c:pt idx="2">
                  <c:v>17</c:v>
                </c:pt>
                <c:pt idx="3">
                  <c:v>16</c:v>
                </c:pt>
                <c:pt idx="4">
                  <c:v>15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2F-42E5-986F-BF736D7C9F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2729376"/>
        <c:axId val="20273177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'Результат запроса'!$A$1</c15:sqref>
                        </c15:formulaRef>
                      </c:ext>
                    </c:extLst>
                    <c:strCache>
                      <c:ptCount val="1"/>
                      <c:pt idx="0">
                        <c:v>id_user</c:v>
                      </c:pt>
                    </c:strCache>
                  </c:strRef>
                </c:tx>
                <c:spPr>
                  <a:solidFill>
                    <a:schemeClr val="accent4">
                      <a:shade val="76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'Результат запроса'!$A$2:$A$11</c15:sqref>
                        </c15:formulaRef>
                      </c:ext>
                    </c:extLst>
                    <c:numCache>
                      <c:formatCode>#,##0</c:formatCode>
                      <c:ptCount val="10"/>
                      <c:pt idx="0">
                        <c:v>2902573</c:v>
                      </c:pt>
                      <c:pt idx="1">
                        <c:v>2902464</c:v>
                      </c:pt>
                      <c:pt idx="2">
                        <c:v>2903007</c:v>
                      </c:pt>
                      <c:pt idx="3">
                        <c:v>2901370</c:v>
                      </c:pt>
                      <c:pt idx="4">
                        <c:v>2903676</c:v>
                      </c:pt>
                      <c:pt idx="5">
                        <c:v>2902696</c:v>
                      </c:pt>
                      <c:pt idx="6">
                        <c:v>2903538</c:v>
                      </c:pt>
                      <c:pt idx="7">
                        <c:v>2901219</c:v>
                      </c:pt>
                      <c:pt idx="8">
                        <c:v>2902865</c:v>
                      </c:pt>
                      <c:pt idx="9">
                        <c:v>2902502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'Результат запроса'!$A$2:$A$11</c15:sqref>
                        </c15:formulaRef>
                      </c:ext>
                    </c:extLst>
                    <c:numCache>
                      <c:formatCode>#,##0</c:formatCode>
                      <c:ptCount val="10"/>
                      <c:pt idx="0">
                        <c:v>2902573</c:v>
                      </c:pt>
                      <c:pt idx="1">
                        <c:v>2902464</c:v>
                      </c:pt>
                      <c:pt idx="2">
                        <c:v>2903007</c:v>
                      </c:pt>
                      <c:pt idx="3">
                        <c:v>2901370</c:v>
                      </c:pt>
                      <c:pt idx="4">
                        <c:v>2903676</c:v>
                      </c:pt>
                      <c:pt idx="5">
                        <c:v>2902696</c:v>
                      </c:pt>
                      <c:pt idx="6">
                        <c:v>2903538</c:v>
                      </c:pt>
                      <c:pt idx="7">
                        <c:v>2901219</c:v>
                      </c:pt>
                      <c:pt idx="8">
                        <c:v>2902865</c:v>
                      </c:pt>
                      <c:pt idx="9">
                        <c:v>2902502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82F-42E5-986F-BF736D7C9F34}"/>
                  </c:ext>
                </c:extLst>
              </c15:ser>
            </c15:filteredBarSeries>
          </c:ext>
        </c:extLst>
      </c:barChart>
      <c:catAx>
        <c:axId val="20272937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ID</a:t>
                </a:r>
                <a:r>
                  <a:rPr lang="en-US" baseline="0"/>
                  <a:t> </a:t>
                </a:r>
                <a:r>
                  <a:rPr lang="ru-RU" baseline="0"/>
                  <a:t>игрока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2731776"/>
        <c:crosses val="autoZero"/>
        <c:auto val="1"/>
        <c:lblAlgn val="ctr"/>
        <c:lblOffset val="100"/>
        <c:noMultiLvlLbl val="0"/>
      </c:catAx>
      <c:valAx>
        <c:axId val="202731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приглашений, 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2729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ТОП 10 игроков по регистрациям с приглашений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Зарегистрированные приглашения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070C0">
                  <a:alpha val="50000"/>
                </a:srgbClr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#,##0</c:formatCode>
                <c:ptCount val="10"/>
                <c:pt idx="0">
                  <c:v>2903273</c:v>
                </c:pt>
                <c:pt idx="1">
                  <c:v>2903421</c:v>
                </c:pt>
                <c:pt idx="2">
                  <c:v>2902665</c:v>
                </c:pt>
                <c:pt idx="3">
                  <c:v>2903205</c:v>
                </c:pt>
                <c:pt idx="4">
                  <c:v>2903322</c:v>
                </c:pt>
                <c:pt idx="5">
                  <c:v>2901531</c:v>
                </c:pt>
                <c:pt idx="6">
                  <c:v>2901206</c:v>
                </c:pt>
                <c:pt idx="7">
                  <c:v>2902175</c:v>
                </c:pt>
                <c:pt idx="8">
                  <c:v>2902166</c:v>
                </c:pt>
                <c:pt idx="9">
                  <c:v>2903634</c:v>
                </c:pt>
              </c:numCache>
            </c:numRef>
          </c:cat>
          <c:val>
            <c:numRef>
              <c:f>'Результат запроса'!$C$2:$C$11</c:f>
              <c:numCache>
                <c:formatCode>0.0%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0.8571428571428571</c:v>
                </c:pt>
                <c:pt idx="3">
                  <c:v>0.83333333333333337</c:v>
                </c:pt>
                <c:pt idx="4">
                  <c:v>0.81818181818181823</c:v>
                </c:pt>
                <c:pt idx="5">
                  <c:v>0.7142857142857143</c:v>
                </c:pt>
                <c:pt idx="6">
                  <c:v>0.66666666666666663</c:v>
                </c:pt>
                <c:pt idx="7">
                  <c:v>0.66666666666666663</c:v>
                </c:pt>
                <c:pt idx="8">
                  <c:v>0.66666666666666663</c:v>
                </c:pt>
                <c:pt idx="9">
                  <c:v>0.66666666666666663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A2-4B40-943C-10F6943E74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757107696"/>
        <c:axId val="75710673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'Результат запроса'!$A$1</c15:sqref>
                        </c15:formulaRef>
                      </c:ext>
                    </c:extLst>
                    <c:strCache>
                      <c:ptCount val="1"/>
                      <c:pt idx="0">
                        <c:v>id_user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ru-RU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'Результат запроса'!$A$2:$A$11</c15:sqref>
                        </c15:formulaRef>
                      </c:ext>
                    </c:extLst>
                    <c:numCache>
                      <c:formatCode>#,##0</c:formatCode>
                      <c:ptCount val="10"/>
                      <c:pt idx="0">
                        <c:v>2903273</c:v>
                      </c:pt>
                      <c:pt idx="1">
                        <c:v>2903421</c:v>
                      </c:pt>
                      <c:pt idx="2">
                        <c:v>2902665</c:v>
                      </c:pt>
                      <c:pt idx="3">
                        <c:v>2903205</c:v>
                      </c:pt>
                      <c:pt idx="4">
                        <c:v>2903322</c:v>
                      </c:pt>
                      <c:pt idx="5">
                        <c:v>2901531</c:v>
                      </c:pt>
                      <c:pt idx="6">
                        <c:v>2901206</c:v>
                      </c:pt>
                      <c:pt idx="7">
                        <c:v>2902175</c:v>
                      </c:pt>
                      <c:pt idx="8">
                        <c:v>2902166</c:v>
                      </c:pt>
                      <c:pt idx="9">
                        <c:v>2903634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'Результат запроса'!$A$2:$A$11</c15:sqref>
                        </c15:formulaRef>
                      </c:ext>
                    </c:extLst>
                    <c:numCache>
                      <c:formatCode>#,##0</c:formatCode>
                      <c:ptCount val="10"/>
                      <c:pt idx="0">
                        <c:v>2903273</c:v>
                      </c:pt>
                      <c:pt idx="1">
                        <c:v>2903421</c:v>
                      </c:pt>
                      <c:pt idx="2">
                        <c:v>2902665</c:v>
                      </c:pt>
                      <c:pt idx="3">
                        <c:v>2903205</c:v>
                      </c:pt>
                      <c:pt idx="4">
                        <c:v>2903322</c:v>
                      </c:pt>
                      <c:pt idx="5">
                        <c:v>2901531</c:v>
                      </c:pt>
                      <c:pt idx="6">
                        <c:v>2901206</c:v>
                      </c:pt>
                      <c:pt idx="7">
                        <c:v>2902175</c:v>
                      </c:pt>
                      <c:pt idx="8">
                        <c:v>2902166</c:v>
                      </c:pt>
                      <c:pt idx="9">
                        <c:v>2903634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88A2-4B40-943C-10F6943E74E1}"/>
                  </c:ext>
                </c:extLst>
              </c15:ser>
            </c15:filteredBarSeries>
          </c:ext>
        </c:extLst>
      </c:barChart>
      <c:catAx>
        <c:axId val="75710769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ID </a:t>
                </a:r>
                <a:r>
                  <a:rPr lang="ru-RU"/>
                  <a:t>игрока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7106736"/>
        <c:crosses val="autoZero"/>
        <c:auto val="1"/>
        <c:lblAlgn val="ctr"/>
        <c:lblOffset val="100"/>
        <c:noMultiLvlLbl val="0"/>
      </c:catAx>
      <c:valAx>
        <c:axId val="757106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 зарегистрированных приглашений, %</a:t>
                </a:r>
              </a:p>
            </c:rich>
          </c:tx>
          <c:layout>
            <c:manualLayout>
              <c:xMode val="edge"/>
              <c:yMode val="edge"/>
              <c:x val="0.31119465329991652"/>
              <c:y val="0.853901247566085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710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уникальных пользователей</a:t>
            </a:r>
          </a:p>
        </c:rich>
      </c:tx>
      <c:layout>
        <c:manualLayout>
          <c:xMode val="edge"/>
          <c:yMode val="edge"/>
          <c:x val="0.34441590083273022"/>
          <c:y val="2.66310912057008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DAU!$D$1</c:f>
              <c:strCache>
                <c:ptCount val="1"/>
                <c:pt idx="0">
                  <c:v>dau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DAU!$C:$C</c:f>
              <c:strCache>
                <c:ptCount val="304"/>
                <c:pt idx="0">
                  <c:v>day</c:v>
                </c:pt>
                <c:pt idx="1">
                  <c:v>02.07.22</c:v>
                </c:pt>
                <c:pt idx="2">
                  <c:v>03.07.22</c:v>
                </c:pt>
                <c:pt idx="3">
                  <c:v>04.07.22</c:v>
                </c:pt>
                <c:pt idx="4">
                  <c:v>05.07.22</c:v>
                </c:pt>
                <c:pt idx="5">
                  <c:v>06.07.22</c:v>
                </c:pt>
                <c:pt idx="6">
                  <c:v>07.07.22</c:v>
                </c:pt>
                <c:pt idx="7">
                  <c:v>08.07.22</c:v>
                </c:pt>
                <c:pt idx="8">
                  <c:v>09.07.22</c:v>
                </c:pt>
                <c:pt idx="9">
                  <c:v>10.07.22</c:v>
                </c:pt>
                <c:pt idx="10">
                  <c:v>11.07.22</c:v>
                </c:pt>
                <c:pt idx="11">
                  <c:v>12.07.22</c:v>
                </c:pt>
                <c:pt idx="12">
                  <c:v>13.07.22</c:v>
                </c:pt>
                <c:pt idx="13">
                  <c:v>14.07.22</c:v>
                </c:pt>
                <c:pt idx="14">
                  <c:v>15.07.22</c:v>
                </c:pt>
                <c:pt idx="15">
                  <c:v>16.07.22</c:v>
                </c:pt>
                <c:pt idx="16">
                  <c:v>17.07.22</c:v>
                </c:pt>
                <c:pt idx="17">
                  <c:v>18.07.22</c:v>
                </c:pt>
                <c:pt idx="18">
                  <c:v>19.07.22</c:v>
                </c:pt>
                <c:pt idx="19">
                  <c:v>20.07.22</c:v>
                </c:pt>
                <c:pt idx="20">
                  <c:v>21.07.22</c:v>
                </c:pt>
                <c:pt idx="21">
                  <c:v>22.07.22</c:v>
                </c:pt>
                <c:pt idx="22">
                  <c:v>23.07.22</c:v>
                </c:pt>
                <c:pt idx="23">
                  <c:v>24.07.22</c:v>
                </c:pt>
                <c:pt idx="24">
                  <c:v>25.07.22</c:v>
                </c:pt>
                <c:pt idx="25">
                  <c:v>26.07.22</c:v>
                </c:pt>
                <c:pt idx="26">
                  <c:v>27.07.22</c:v>
                </c:pt>
                <c:pt idx="27">
                  <c:v>28.07.22</c:v>
                </c:pt>
                <c:pt idx="28">
                  <c:v>29.07.22</c:v>
                </c:pt>
                <c:pt idx="29">
                  <c:v>30.07.22</c:v>
                </c:pt>
                <c:pt idx="30">
                  <c:v>31.07.22</c:v>
                </c:pt>
                <c:pt idx="31">
                  <c:v>01.08.22</c:v>
                </c:pt>
                <c:pt idx="32">
                  <c:v>02.08.22</c:v>
                </c:pt>
                <c:pt idx="33">
                  <c:v>03.08.22</c:v>
                </c:pt>
                <c:pt idx="34">
                  <c:v>04.08.22</c:v>
                </c:pt>
                <c:pt idx="35">
                  <c:v>05.08.22</c:v>
                </c:pt>
                <c:pt idx="36">
                  <c:v>06.08.22</c:v>
                </c:pt>
                <c:pt idx="37">
                  <c:v>07.08.22</c:v>
                </c:pt>
                <c:pt idx="38">
                  <c:v>08.08.22</c:v>
                </c:pt>
                <c:pt idx="39">
                  <c:v>09.08.22</c:v>
                </c:pt>
                <c:pt idx="40">
                  <c:v>10.08.22</c:v>
                </c:pt>
                <c:pt idx="41">
                  <c:v>11.08.22</c:v>
                </c:pt>
                <c:pt idx="42">
                  <c:v>12.08.22</c:v>
                </c:pt>
                <c:pt idx="43">
                  <c:v>13.08.22</c:v>
                </c:pt>
                <c:pt idx="44">
                  <c:v>14.08.22</c:v>
                </c:pt>
                <c:pt idx="45">
                  <c:v>15.08.22</c:v>
                </c:pt>
                <c:pt idx="46">
                  <c:v>16.08.22</c:v>
                </c:pt>
                <c:pt idx="47">
                  <c:v>17.08.22</c:v>
                </c:pt>
                <c:pt idx="48">
                  <c:v>18.08.22</c:v>
                </c:pt>
                <c:pt idx="49">
                  <c:v>19.08.22</c:v>
                </c:pt>
                <c:pt idx="50">
                  <c:v>20.08.22</c:v>
                </c:pt>
                <c:pt idx="51">
                  <c:v>21.08.22</c:v>
                </c:pt>
                <c:pt idx="52">
                  <c:v>22.08.22</c:v>
                </c:pt>
                <c:pt idx="53">
                  <c:v>23.08.22</c:v>
                </c:pt>
                <c:pt idx="54">
                  <c:v>24.08.22</c:v>
                </c:pt>
                <c:pt idx="55">
                  <c:v>25.08.22</c:v>
                </c:pt>
                <c:pt idx="56">
                  <c:v>26.08.22</c:v>
                </c:pt>
                <c:pt idx="57">
                  <c:v>27.08.22</c:v>
                </c:pt>
                <c:pt idx="58">
                  <c:v>28.08.22</c:v>
                </c:pt>
                <c:pt idx="59">
                  <c:v>29.08.22</c:v>
                </c:pt>
                <c:pt idx="60">
                  <c:v>30.08.22</c:v>
                </c:pt>
                <c:pt idx="61">
                  <c:v>31.08.22</c:v>
                </c:pt>
                <c:pt idx="62">
                  <c:v>01.09.22</c:v>
                </c:pt>
                <c:pt idx="63">
                  <c:v>02.09.22</c:v>
                </c:pt>
                <c:pt idx="64">
                  <c:v>03.09.22</c:v>
                </c:pt>
                <c:pt idx="65">
                  <c:v>04.09.22</c:v>
                </c:pt>
                <c:pt idx="66">
                  <c:v>05.09.22</c:v>
                </c:pt>
                <c:pt idx="67">
                  <c:v>06.09.22</c:v>
                </c:pt>
                <c:pt idx="68">
                  <c:v>07.09.22</c:v>
                </c:pt>
                <c:pt idx="69">
                  <c:v>08.09.22</c:v>
                </c:pt>
                <c:pt idx="70">
                  <c:v>09.09.22</c:v>
                </c:pt>
                <c:pt idx="71">
                  <c:v>10.09.22</c:v>
                </c:pt>
                <c:pt idx="72">
                  <c:v>11.09.22</c:v>
                </c:pt>
                <c:pt idx="73">
                  <c:v>12.09.22</c:v>
                </c:pt>
                <c:pt idx="74">
                  <c:v>13.09.22</c:v>
                </c:pt>
                <c:pt idx="75">
                  <c:v>14.09.22</c:v>
                </c:pt>
                <c:pt idx="76">
                  <c:v>15.09.22</c:v>
                </c:pt>
                <c:pt idx="77">
                  <c:v>16.09.22</c:v>
                </c:pt>
                <c:pt idx="78">
                  <c:v>17.09.22</c:v>
                </c:pt>
                <c:pt idx="79">
                  <c:v>18.09.22</c:v>
                </c:pt>
                <c:pt idx="80">
                  <c:v>19.09.22</c:v>
                </c:pt>
                <c:pt idx="81">
                  <c:v>20.09.22</c:v>
                </c:pt>
                <c:pt idx="82">
                  <c:v>21.09.22</c:v>
                </c:pt>
                <c:pt idx="83">
                  <c:v>22.09.22</c:v>
                </c:pt>
                <c:pt idx="84">
                  <c:v>23.09.22</c:v>
                </c:pt>
                <c:pt idx="85">
                  <c:v>24.09.22</c:v>
                </c:pt>
                <c:pt idx="86">
                  <c:v>25.09.22</c:v>
                </c:pt>
                <c:pt idx="87">
                  <c:v>26.09.22</c:v>
                </c:pt>
                <c:pt idx="88">
                  <c:v>27.09.22</c:v>
                </c:pt>
                <c:pt idx="89">
                  <c:v>28.09.22</c:v>
                </c:pt>
                <c:pt idx="90">
                  <c:v>29.09.22</c:v>
                </c:pt>
                <c:pt idx="91">
                  <c:v>30.09.22</c:v>
                </c:pt>
                <c:pt idx="92">
                  <c:v>01.10.22</c:v>
                </c:pt>
                <c:pt idx="93">
                  <c:v>02.10.22</c:v>
                </c:pt>
                <c:pt idx="94">
                  <c:v>03.10.22</c:v>
                </c:pt>
                <c:pt idx="95">
                  <c:v>04.10.22</c:v>
                </c:pt>
                <c:pt idx="96">
                  <c:v>05.10.22</c:v>
                </c:pt>
                <c:pt idx="97">
                  <c:v>06.10.22</c:v>
                </c:pt>
                <c:pt idx="98">
                  <c:v>07.10.22</c:v>
                </c:pt>
                <c:pt idx="99">
                  <c:v>08.10.22</c:v>
                </c:pt>
                <c:pt idx="100">
                  <c:v>09.10.22</c:v>
                </c:pt>
                <c:pt idx="101">
                  <c:v>10.10.22</c:v>
                </c:pt>
                <c:pt idx="102">
                  <c:v>11.10.22</c:v>
                </c:pt>
                <c:pt idx="103">
                  <c:v>12.10.22</c:v>
                </c:pt>
                <c:pt idx="104">
                  <c:v>13.10.22</c:v>
                </c:pt>
                <c:pt idx="105">
                  <c:v>14.10.22</c:v>
                </c:pt>
                <c:pt idx="106">
                  <c:v>15.10.22</c:v>
                </c:pt>
                <c:pt idx="107">
                  <c:v>16.10.22</c:v>
                </c:pt>
                <c:pt idx="108">
                  <c:v>17.10.22</c:v>
                </c:pt>
                <c:pt idx="109">
                  <c:v>18.10.22</c:v>
                </c:pt>
                <c:pt idx="110">
                  <c:v>19.10.22</c:v>
                </c:pt>
                <c:pt idx="111">
                  <c:v>20.10.22</c:v>
                </c:pt>
                <c:pt idx="112">
                  <c:v>21.10.22</c:v>
                </c:pt>
                <c:pt idx="113">
                  <c:v>22.10.22</c:v>
                </c:pt>
                <c:pt idx="114">
                  <c:v>23.10.22</c:v>
                </c:pt>
                <c:pt idx="115">
                  <c:v>24.10.22</c:v>
                </c:pt>
                <c:pt idx="116">
                  <c:v>25.10.22</c:v>
                </c:pt>
                <c:pt idx="117">
                  <c:v>26.10.22</c:v>
                </c:pt>
                <c:pt idx="118">
                  <c:v>27.10.22</c:v>
                </c:pt>
                <c:pt idx="119">
                  <c:v>28.10.22</c:v>
                </c:pt>
                <c:pt idx="120">
                  <c:v>29.10.22</c:v>
                </c:pt>
                <c:pt idx="121">
                  <c:v>30.10.22</c:v>
                </c:pt>
                <c:pt idx="122">
                  <c:v>31.10.22</c:v>
                </c:pt>
                <c:pt idx="123">
                  <c:v>01.11.22</c:v>
                </c:pt>
                <c:pt idx="124">
                  <c:v>02.11.22</c:v>
                </c:pt>
                <c:pt idx="125">
                  <c:v>03.11.22</c:v>
                </c:pt>
                <c:pt idx="126">
                  <c:v>04.11.22</c:v>
                </c:pt>
                <c:pt idx="127">
                  <c:v>05.11.22</c:v>
                </c:pt>
                <c:pt idx="128">
                  <c:v>06.11.22</c:v>
                </c:pt>
                <c:pt idx="129">
                  <c:v>07.11.22</c:v>
                </c:pt>
                <c:pt idx="130">
                  <c:v>08.11.22</c:v>
                </c:pt>
                <c:pt idx="131">
                  <c:v>09.11.22</c:v>
                </c:pt>
                <c:pt idx="132">
                  <c:v>10.11.22</c:v>
                </c:pt>
                <c:pt idx="133">
                  <c:v>11.11.22</c:v>
                </c:pt>
                <c:pt idx="134">
                  <c:v>12.11.22</c:v>
                </c:pt>
                <c:pt idx="135">
                  <c:v>13.11.22</c:v>
                </c:pt>
                <c:pt idx="136">
                  <c:v>14.11.22</c:v>
                </c:pt>
                <c:pt idx="137">
                  <c:v>15.11.22</c:v>
                </c:pt>
                <c:pt idx="138">
                  <c:v>16.11.22</c:v>
                </c:pt>
                <c:pt idx="139">
                  <c:v>17.11.22</c:v>
                </c:pt>
                <c:pt idx="140">
                  <c:v>18.11.22</c:v>
                </c:pt>
                <c:pt idx="141">
                  <c:v>19.11.22</c:v>
                </c:pt>
                <c:pt idx="142">
                  <c:v>20.11.22</c:v>
                </c:pt>
                <c:pt idx="143">
                  <c:v>21.11.22</c:v>
                </c:pt>
                <c:pt idx="144">
                  <c:v>22.11.22</c:v>
                </c:pt>
                <c:pt idx="145">
                  <c:v>23.11.22</c:v>
                </c:pt>
                <c:pt idx="146">
                  <c:v>24.11.22</c:v>
                </c:pt>
                <c:pt idx="147">
                  <c:v>25.11.22</c:v>
                </c:pt>
                <c:pt idx="148">
                  <c:v>26.11.22</c:v>
                </c:pt>
                <c:pt idx="149">
                  <c:v>27.11.22</c:v>
                </c:pt>
                <c:pt idx="150">
                  <c:v>28.11.22</c:v>
                </c:pt>
                <c:pt idx="151">
                  <c:v>29.11.22</c:v>
                </c:pt>
                <c:pt idx="152">
                  <c:v>30.11.22</c:v>
                </c:pt>
                <c:pt idx="153">
                  <c:v>01.12.22</c:v>
                </c:pt>
                <c:pt idx="154">
                  <c:v>02.12.22</c:v>
                </c:pt>
                <c:pt idx="155">
                  <c:v>03.12.22</c:v>
                </c:pt>
                <c:pt idx="156">
                  <c:v>04.12.22</c:v>
                </c:pt>
                <c:pt idx="157">
                  <c:v>05.12.22</c:v>
                </c:pt>
                <c:pt idx="158">
                  <c:v>06.12.22</c:v>
                </c:pt>
                <c:pt idx="159">
                  <c:v>07.12.22</c:v>
                </c:pt>
                <c:pt idx="160">
                  <c:v>08.12.22</c:v>
                </c:pt>
                <c:pt idx="161">
                  <c:v>09.12.22</c:v>
                </c:pt>
                <c:pt idx="162">
                  <c:v>10.12.22</c:v>
                </c:pt>
                <c:pt idx="163">
                  <c:v>11.12.22</c:v>
                </c:pt>
                <c:pt idx="164">
                  <c:v>12.12.22</c:v>
                </c:pt>
                <c:pt idx="165">
                  <c:v>13.12.22</c:v>
                </c:pt>
                <c:pt idx="166">
                  <c:v>14.12.22</c:v>
                </c:pt>
                <c:pt idx="167">
                  <c:v>15.12.22</c:v>
                </c:pt>
                <c:pt idx="168">
                  <c:v>16.12.22</c:v>
                </c:pt>
                <c:pt idx="169">
                  <c:v>17.12.22</c:v>
                </c:pt>
                <c:pt idx="170">
                  <c:v>18.12.22</c:v>
                </c:pt>
                <c:pt idx="171">
                  <c:v>19.12.22</c:v>
                </c:pt>
                <c:pt idx="172">
                  <c:v>20.12.22</c:v>
                </c:pt>
                <c:pt idx="173">
                  <c:v>21.12.22</c:v>
                </c:pt>
                <c:pt idx="174">
                  <c:v>22.12.22</c:v>
                </c:pt>
                <c:pt idx="175">
                  <c:v>23.12.22</c:v>
                </c:pt>
                <c:pt idx="176">
                  <c:v>24.12.22</c:v>
                </c:pt>
                <c:pt idx="177">
                  <c:v>25.12.22</c:v>
                </c:pt>
                <c:pt idx="178">
                  <c:v>26.12.22</c:v>
                </c:pt>
                <c:pt idx="179">
                  <c:v>27.12.22</c:v>
                </c:pt>
                <c:pt idx="180">
                  <c:v>28.12.22</c:v>
                </c:pt>
                <c:pt idx="181">
                  <c:v>29.12.22</c:v>
                </c:pt>
                <c:pt idx="182">
                  <c:v>30.12.22</c:v>
                </c:pt>
                <c:pt idx="183">
                  <c:v>31.12.22</c:v>
                </c:pt>
                <c:pt idx="184">
                  <c:v>01.01.23</c:v>
                </c:pt>
                <c:pt idx="185">
                  <c:v>02.01.23</c:v>
                </c:pt>
                <c:pt idx="186">
                  <c:v>03.01.23</c:v>
                </c:pt>
                <c:pt idx="187">
                  <c:v>04.01.23</c:v>
                </c:pt>
                <c:pt idx="188">
                  <c:v>05.01.23</c:v>
                </c:pt>
                <c:pt idx="189">
                  <c:v>06.01.23</c:v>
                </c:pt>
                <c:pt idx="190">
                  <c:v>07.01.23</c:v>
                </c:pt>
                <c:pt idx="191">
                  <c:v>08.01.23</c:v>
                </c:pt>
                <c:pt idx="192">
                  <c:v>09.01.23</c:v>
                </c:pt>
                <c:pt idx="193">
                  <c:v>10.01.23</c:v>
                </c:pt>
                <c:pt idx="194">
                  <c:v>11.01.23</c:v>
                </c:pt>
                <c:pt idx="195">
                  <c:v>12.01.23</c:v>
                </c:pt>
                <c:pt idx="196">
                  <c:v>13.01.23</c:v>
                </c:pt>
                <c:pt idx="197">
                  <c:v>14.01.23</c:v>
                </c:pt>
                <c:pt idx="198">
                  <c:v>15.01.23</c:v>
                </c:pt>
                <c:pt idx="199">
                  <c:v>16.01.23</c:v>
                </c:pt>
                <c:pt idx="200">
                  <c:v>17.01.23</c:v>
                </c:pt>
                <c:pt idx="201">
                  <c:v>18.01.23</c:v>
                </c:pt>
                <c:pt idx="202">
                  <c:v>19.01.23</c:v>
                </c:pt>
                <c:pt idx="203">
                  <c:v>20.01.23</c:v>
                </c:pt>
                <c:pt idx="204">
                  <c:v>21.01.23</c:v>
                </c:pt>
                <c:pt idx="205">
                  <c:v>22.01.23</c:v>
                </c:pt>
                <c:pt idx="206">
                  <c:v>23.01.23</c:v>
                </c:pt>
                <c:pt idx="207">
                  <c:v>24.01.23</c:v>
                </c:pt>
                <c:pt idx="208">
                  <c:v>25.01.23</c:v>
                </c:pt>
                <c:pt idx="209">
                  <c:v>26.01.23</c:v>
                </c:pt>
                <c:pt idx="210">
                  <c:v>27.01.23</c:v>
                </c:pt>
                <c:pt idx="211">
                  <c:v>28.01.23</c:v>
                </c:pt>
                <c:pt idx="212">
                  <c:v>29.01.23</c:v>
                </c:pt>
                <c:pt idx="213">
                  <c:v>30.01.23</c:v>
                </c:pt>
                <c:pt idx="214">
                  <c:v>31.01.23</c:v>
                </c:pt>
                <c:pt idx="215">
                  <c:v>01.02.23</c:v>
                </c:pt>
                <c:pt idx="216">
                  <c:v>02.02.23</c:v>
                </c:pt>
                <c:pt idx="217">
                  <c:v>03.02.23</c:v>
                </c:pt>
                <c:pt idx="218">
                  <c:v>04.02.23</c:v>
                </c:pt>
                <c:pt idx="219">
                  <c:v>05.02.23</c:v>
                </c:pt>
                <c:pt idx="220">
                  <c:v>06.02.23</c:v>
                </c:pt>
                <c:pt idx="221">
                  <c:v>07.02.23</c:v>
                </c:pt>
                <c:pt idx="222">
                  <c:v>08.02.23</c:v>
                </c:pt>
                <c:pt idx="223">
                  <c:v>09.02.23</c:v>
                </c:pt>
                <c:pt idx="224">
                  <c:v>10.02.23</c:v>
                </c:pt>
                <c:pt idx="225">
                  <c:v>11.02.23</c:v>
                </c:pt>
                <c:pt idx="226">
                  <c:v>12.02.23</c:v>
                </c:pt>
                <c:pt idx="227">
                  <c:v>13.02.23</c:v>
                </c:pt>
                <c:pt idx="228">
                  <c:v>14.02.23</c:v>
                </c:pt>
                <c:pt idx="229">
                  <c:v>15.02.23</c:v>
                </c:pt>
                <c:pt idx="230">
                  <c:v>16.02.23</c:v>
                </c:pt>
                <c:pt idx="231">
                  <c:v>17.02.23</c:v>
                </c:pt>
                <c:pt idx="232">
                  <c:v>18.02.23</c:v>
                </c:pt>
                <c:pt idx="233">
                  <c:v>19.02.23</c:v>
                </c:pt>
                <c:pt idx="234">
                  <c:v>20.02.23</c:v>
                </c:pt>
                <c:pt idx="235">
                  <c:v>21.02.23</c:v>
                </c:pt>
                <c:pt idx="236">
                  <c:v>22.02.23</c:v>
                </c:pt>
                <c:pt idx="237">
                  <c:v>23.02.23</c:v>
                </c:pt>
                <c:pt idx="238">
                  <c:v>24.02.23</c:v>
                </c:pt>
                <c:pt idx="239">
                  <c:v>25.02.23</c:v>
                </c:pt>
                <c:pt idx="240">
                  <c:v>26.02.23</c:v>
                </c:pt>
                <c:pt idx="241">
                  <c:v>27.02.23</c:v>
                </c:pt>
                <c:pt idx="242">
                  <c:v>28.02.23</c:v>
                </c:pt>
                <c:pt idx="243">
                  <c:v>01.03.23</c:v>
                </c:pt>
                <c:pt idx="244">
                  <c:v>02.03.23</c:v>
                </c:pt>
                <c:pt idx="245">
                  <c:v>03.03.23</c:v>
                </c:pt>
                <c:pt idx="246">
                  <c:v>04.03.23</c:v>
                </c:pt>
                <c:pt idx="247">
                  <c:v>05.03.23</c:v>
                </c:pt>
                <c:pt idx="248">
                  <c:v>06.03.23</c:v>
                </c:pt>
                <c:pt idx="249">
                  <c:v>07.03.23</c:v>
                </c:pt>
                <c:pt idx="250">
                  <c:v>08.03.23</c:v>
                </c:pt>
                <c:pt idx="251">
                  <c:v>09.03.23</c:v>
                </c:pt>
                <c:pt idx="252">
                  <c:v>10.03.23</c:v>
                </c:pt>
                <c:pt idx="253">
                  <c:v>11.03.23</c:v>
                </c:pt>
                <c:pt idx="254">
                  <c:v>12.03.23</c:v>
                </c:pt>
                <c:pt idx="255">
                  <c:v>13.03.23</c:v>
                </c:pt>
                <c:pt idx="256">
                  <c:v>14.03.23</c:v>
                </c:pt>
                <c:pt idx="257">
                  <c:v>15.03.23</c:v>
                </c:pt>
                <c:pt idx="258">
                  <c:v>16.03.23</c:v>
                </c:pt>
                <c:pt idx="259">
                  <c:v>17.03.23</c:v>
                </c:pt>
                <c:pt idx="260">
                  <c:v>18.03.23</c:v>
                </c:pt>
                <c:pt idx="261">
                  <c:v>19.03.23</c:v>
                </c:pt>
                <c:pt idx="262">
                  <c:v>20.03.23</c:v>
                </c:pt>
                <c:pt idx="263">
                  <c:v>21.03.23</c:v>
                </c:pt>
                <c:pt idx="264">
                  <c:v>22.03.23</c:v>
                </c:pt>
                <c:pt idx="265">
                  <c:v>23.03.23</c:v>
                </c:pt>
                <c:pt idx="266">
                  <c:v>24.03.23</c:v>
                </c:pt>
                <c:pt idx="267">
                  <c:v>25.03.23</c:v>
                </c:pt>
                <c:pt idx="268">
                  <c:v>26.03.23</c:v>
                </c:pt>
                <c:pt idx="269">
                  <c:v>27.03.23</c:v>
                </c:pt>
                <c:pt idx="270">
                  <c:v>28.03.23</c:v>
                </c:pt>
                <c:pt idx="271">
                  <c:v>29.03.23</c:v>
                </c:pt>
                <c:pt idx="272">
                  <c:v>30.03.23</c:v>
                </c:pt>
                <c:pt idx="273">
                  <c:v>31.03.23</c:v>
                </c:pt>
                <c:pt idx="274">
                  <c:v>01.04.23</c:v>
                </c:pt>
                <c:pt idx="275">
                  <c:v>02.04.23</c:v>
                </c:pt>
                <c:pt idx="276">
                  <c:v>03.04.23</c:v>
                </c:pt>
                <c:pt idx="277">
                  <c:v>04.04.23</c:v>
                </c:pt>
                <c:pt idx="278">
                  <c:v>05.04.23</c:v>
                </c:pt>
                <c:pt idx="279">
                  <c:v>06.04.23</c:v>
                </c:pt>
                <c:pt idx="280">
                  <c:v>07.04.23</c:v>
                </c:pt>
                <c:pt idx="281">
                  <c:v>08.04.23</c:v>
                </c:pt>
                <c:pt idx="282">
                  <c:v>09.04.23</c:v>
                </c:pt>
                <c:pt idx="283">
                  <c:v>10.04.23</c:v>
                </c:pt>
                <c:pt idx="284">
                  <c:v>11.04.23</c:v>
                </c:pt>
                <c:pt idx="285">
                  <c:v>12.04.23</c:v>
                </c:pt>
                <c:pt idx="286">
                  <c:v>13.04.23</c:v>
                </c:pt>
                <c:pt idx="287">
                  <c:v>14.04.23</c:v>
                </c:pt>
                <c:pt idx="288">
                  <c:v>15.04.23</c:v>
                </c:pt>
                <c:pt idx="289">
                  <c:v>16.04.23</c:v>
                </c:pt>
                <c:pt idx="290">
                  <c:v>17.04.23</c:v>
                </c:pt>
                <c:pt idx="291">
                  <c:v>18.04.23</c:v>
                </c:pt>
                <c:pt idx="292">
                  <c:v>19.04.23</c:v>
                </c:pt>
                <c:pt idx="293">
                  <c:v>20.04.23</c:v>
                </c:pt>
                <c:pt idx="294">
                  <c:v>21.04.23</c:v>
                </c:pt>
                <c:pt idx="295">
                  <c:v>22.04.23</c:v>
                </c:pt>
                <c:pt idx="296">
                  <c:v>23.04.23</c:v>
                </c:pt>
                <c:pt idx="297">
                  <c:v>24.04.23</c:v>
                </c:pt>
                <c:pt idx="298">
                  <c:v>25.04.23</c:v>
                </c:pt>
                <c:pt idx="299">
                  <c:v>26.04.23</c:v>
                </c:pt>
                <c:pt idx="300">
                  <c:v>27.04.23</c:v>
                </c:pt>
                <c:pt idx="301">
                  <c:v>28.04.23</c:v>
                </c:pt>
                <c:pt idx="302">
                  <c:v>29.04.23</c:v>
                </c:pt>
                <c:pt idx="303">
                  <c:v>30.04.23</c:v>
                </c:pt>
              </c:strCache>
            </c:strRef>
          </c:cat>
          <c:val>
            <c:numRef>
              <c:f>DAU!$D$2:$D$304</c:f>
              <c:numCache>
                <c:formatCode>#,##0</c:formatCode>
                <c:ptCount val="303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22</c:v>
                </c:pt>
                <c:pt idx="7">
                  <c:v>22</c:v>
                </c:pt>
                <c:pt idx="8">
                  <c:v>26</c:v>
                </c:pt>
                <c:pt idx="9">
                  <c:v>23</c:v>
                </c:pt>
                <c:pt idx="10">
                  <c:v>24</c:v>
                </c:pt>
                <c:pt idx="11">
                  <c:v>30</c:v>
                </c:pt>
                <c:pt idx="12">
                  <c:v>32</c:v>
                </c:pt>
                <c:pt idx="13">
                  <c:v>25</c:v>
                </c:pt>
                <c:pt idx="14">
                  <c:v>34</c:v>
                </c:pt>
                <c:pt idx="15">
                  <c:v>39</c:v>
                </c:pt>
                <c:pt idx="16">
                  <c:v>22</c:v>
                </c:pt>
                <c:pt idx="17">
                  <c:v>38</c:v>
                </c:pt>
                <c:pt idx="18">
                  <c:v>34</c:v>
                </c:pt>
                <c:pt idx="19">
                  <c:v>50</c:v>
                </c:pt>
                <c:pt idx="20">
                  <c:v>43</c:v>
                </c:pt>
                <c:pt idx="21">
                  <c:v>43</c:v>
                </c:pt>
                <c:pt idx="22">
                  <c:v>53</c:v>
                </c:pt>
                <c:pt idx="23">
                  <c:v>63</c:v>
                </c:pt>
                <c:pt idx="24">
                  <c:v>48</c:v>
                </c:pt>
                <c:pt idx="25">
                  <c:v>59</c:v>
                </c:pt>
                <c:pt idx="26">
                  <c:v>59</c:v>
                </c:pt>
                <c:pt idx="27">
                  <c:v>61</c:v>
                </c:pt>
                <c:pt idx="28">
                  <c:v>64</c:v>
                </c:pt>
                <c:pt idx="29">
                  <c:v>64</c:v>
                </c:pt>
                <c:pt idx="30">
                  <c:v>52</c:v>
                </c:pt>
                <c:pt idx="31">
                  <c:v>62</c:v>
                </c:pt>
                <c:pt idx="32">
                  <c:v>55</c:v>
                </c:pt>
                <c:pt idx="33">
                  <c:v>60</c:v>
                </c:pt>
                <c:pt idx="34">
                  <c:v>52</c:v>
                </c:pt>
                <c:pt idx="35">
                  <c:v>62</c:v>
                </c:pt>
                <c:pt idx="36">
                  <c:v>59</c:v>
                </c:pt>
                <c:pt idx="37">
                  <c:v>58</c:v>
                </c:pt>
                <c:pt idx="38">
                  <c:v>53</c:v>
                </c:pt>
                <c:pt idx="39">
                  <c:v>55</c:v>
                </c:pt>
                <c:pt idx="40">
                  <c:v>65</c:v>
                </c:pt>
                <c:pt idx="41">
                  <c:v>54</c:v>
                </c:pt>
                <c:pt idx="42">
                  <c:v>74</c:v>
                </c:pt>
                <c:pt idx="43">
                  <c:v>59</c:v>
                </c:pt>
                <c:pt idx="44">
                  <c:v>54</c:v>
                </c:pt>
                <c:pt idx="45">
                  <c:v>68</c:v>
                </c:pt>
                <c:pt idx="46">
                  <c:v>59</c:v>
                </c:pt>
                <c:pt idx="47">
                  <c:v>61</c:v>
                </c:pt>
                <c:pt idx="48">
                  <c:v>58</c:v>
                </c:pt>
                <c:pt idx="49">
                  <c:v>67</c:v>
                </c:pt>
                <c:pt idx="50">
                  <c:v>62</c:v>
                </c:pt>
                <c:pt idx="51">
                  <c:v>53</c:v>
                </c:pt>
                <c:pt idx="52">
                  <c:v>60</c:v>
                </c:pt>
                <c:pt idx="53">
                  <c:v>67</c:v>
                </c:pt>
                <c:pt idx="54">
                  <c:v>67</c:v>
                </c:pt>
                <c:pt idx="55">
                  <c:v>61</c:v>
                </c:pt>
                <c:pt idx="56">
                  <c:v>63</c:v>
                </c:pt>
                <c:pt idx="57">
                  <c:v>61</c:v>
                </c:pt>
                <c:pt idx="58">
                  <c:v>54</c:v>
                </c:pt>
                <c:pt idx="59">
                  <c:v>72</c:v>
                </c:pt>
                <c:pt idx="60">
                  <c:v>54</c:v>
                </c:pt>
                <c:pt idx="61">
                  <c:v>66</c:v>
                </c:pt>
                <c:pt idx="62">
                  <c:v>61</c:v>
                </c:pt>
                <c:pt idx="63">
                  <c:v>58</c:v>
                </c:pt>
                <c:pt idx="64">
                  <c:v>64</c:v>
                </c:pt>
                <c:pt idx="65">
                  <c:v>62</c:v>
                </c:pt>
                <c:pt idx="66">
                  <c:v>46</c:v>
                </c:pt>
                <c:pt idx="67">
                  <c:v>49</c:v>
                </c:pt>
                <c:pt idx="68">
                  <c:v>59</c:v>
                </c:pt>
                <c:pt idx="69">
                  <c:v>60</c:v>
                </c:pt>
                <c:pt idx="70">
                  <c:v>53</c:v>
                </c:pt>
                <c:pt idx="71">
                  <c:v>61</c:v>
                </c:pt>
                <c:pt idx="72">
                  <c:v>58</c:v>
                </c:pt>
                <c:pt idx="73">
                  <c:v>64</c:v>
                </c:pt>
                <c:pt idx="74">
                  <c:v>65</c:v>
                </c:pt>
                <c:pt idx="75">
                  <c:v>74</c:v>
                </c:pt>
                <c:pt idx="76">
                  <c:v>58</c:v>
                </c:pt>
                <c:pt idx="77">
                  <c:v>62</c:v>
                </c:pt>
                <c:pt idx="78">
                  <c:v>69</c:v>
                </c:pt>
                <c:pt idx="79">
                  <c:v>66</c:v>
                </c:pt>
                <c:pt idx="80">
                  <c:v>67</c:v>
                </c:pt>
                <c:pt idx="81">
                  <c:v>71</c:v>
                </c:pt>
                <c:pt idx="82">
                  <c:v>67</c:v>
                </c:pt>
                <c:pt idx="83">
                  <c:v>55</c:v>
                </c:pt>
                <c:pt idx="84">
                  <c:v>58</c:v>
                </c:pt>
                <c:pt idx="85">
                  <c:v>73</c:v>
                </c:pt>
                <c:pt idx="86">
                  <c:v>58</c:v>
                </c:pt>
                <c:pt idx="87">
                  <c:v>76</c:v>
                </c:pt>
                <c:pt idx="88">
                  <c:v>62</c:v>
                </c:pt>
                <c:pt idx="89">
                  <c:v>66</c:v>
                </c:pt>
                <c:pt idx="90">
                  <c:v>59</c:v>
                </c:pt>
                <c:pt idx="91">
                  <c:v>61</c:v>
                </c:pt>
                <c:pt idx="92">
                  <c:v>52</c:v>
                </c:pt>
                <c:pt idx="93">
                  <c:v>69</c:v>
                </c:pt>
                <c:pt idx="94">
                  <c:v>70</c:v>
                </c:pt>
                <c:pt idx="95">
                  <c:v>45</c:v>
                </c:pt>
                <c:pt idx="96">
                  <c:v>77</c:v>
                </c:pt>
                <c:pt idx="97">
                  <c:v>61</c:v>
                </c:pt>
                <c:pt idx="98">
                  <c:v>56</c:v>
                </c:pt>
                <c:pt idx="99">
                  <c:v>66</c:v>
                </c:pt>
                <c:pt idx="100">
                  <c:v>51</c:v>
                </c:pt>
                <c:pt idx="101">
                  <c:v>59</c:v>
                </c:pt>
                <c:pt idx="102">
                  <c:v>65</c:v>
                </c:pt>
                <c:pt idx="103">
                  <c:v>53</c:v>
                </c:pt>
                <c:pt idx="104">
                  <c:v>72</c:v>
                </c:pt>
                <c:pt idx="105">
                  <c:v>62</c:v>
                </c:pt>
                <c:pt idx="106">
                  <c:v>62</c:v>
                </c:pt>
                <c:pt idx="107">
                  <c:v>70</c:v>
                </c:pt>
                <c:pt idx="108">
                  <c:v>62</c:v>
                </c:pt>
                <c:pt idx="109">
                  <c:v>82</c:v>
                </c:pt>
                <c:pt idx="110">
                  <c:v>52</c:v>
                </c:pt>
                <c:pt idx="111">
                  <c:v>65</c:v>
                </c:pt>
                <c:pt idx="112">
                  <c:v>64</c:v>
                </c:pt>
                <c:pt idx="113">
                  <c:v>57</c:v>
                </c:pt>
                <c:pt idx="114">
                  <c:v>58</c:v>
                </c:pt>
                <c:pt idx="115">
                  <c:v>66</c:v>
                </c:pt>
                <c:pt idx="116">
                  <c:v>60</c:v>
                </c:pt>
                <c:pt idx="117">
                  <c:v>55</c:v>
                </c:pt>
                <c:pt idx="118">
                  <c:v>65</c:v>
                </c:pt>
                <c:pt idx="119">
                  <c:v>54</c:v>
                </c:pt>
                <c:pt idx="120">
                  <c:v>66</c:v>
                </c:pt>
                <c:pt idx="121">
                  <c:v>72</c:v>
                </c:pt>
                <c:pt idx="122">
                  <c:v>58</c:v>
                </c:pt>
                <c:pt idx="123">
                  <c:v>55</c:v>
                </c:pt>
                <c:pt idx="124">
                  <c:v>56</c:v>
                </c:pt>
                <c:pt idx="125">
                  <c:v>63</c:v>
                </c:pt>
                <c:pt idx="126">
                  <c:v>69</c:v>
                </c:pt>
                <c:pt idx="127">
                  <c:v>62</c:v>
                </c:pt>
                <c:pt idx="128">
                  <c:v>60</c:v>
                </c:pt>
                <c:pt idx="129">
                  <c:v>60</c:v>
                </c:pt>
                <c:pt idx="130">
                  <c:v>60</c:v>
                </c:pt>
                <c:pt idx="131">
                  <c:v>55</c:v>
                </c:pt>
                <c:pt idx="132">
                  <c:v>62</c:v>
                </c:pt>
                <c:pt idx="133">
                  <c:v>53</c:v>
                </c:pt>
                <c:pt idx="134">
                  <c:v>54</c:v>
                </c:pt>
                <c:pt idx="135">
                  <c:v>46</c:v>
                </c:pt>
                <c:pt idx="136">
                  <c:v>55</c:v>
                </c:pt>
                <c:pt idx="137">
                  <c:v>51</c:v>
                </c:pt>
                <c:pt idx="138">
                  <c:v>58</c:v>
                </c:pt>
                <c:pt idx="139">
                  <c:v>51</c:v>
                </c:pt>
                <c:pt idx="140">
                  <c:v>40</c:v>
                </c:pt>
                <c:pt idx="141">
                  <c:v>50</c:v>
                </c:pt>
                <c:pt idx="142">
                  <c:v>34</c:v>
                </c:pt>
                <c:pt idx="143">
                  <c:v>41</c:v>
                </c:pt>
                <c:pt idx="144">
                  <c:v>39</c:v>
                </c:pt>
                <c:pt idx="145">
                  <c:v>32</c:v>
                </c:pt>
                <c:pt idx="146">
                  <c:v>32</c:v>
                </c:pt>
                <c:pt idx="147">
                  <c:v>31</c:v>
                </c:pt>
                <c:pt idx="148">
                  <c:v>35</c:v>
                </c:pt>
                <c:pt idx="149">
                  <c:v>32</c:v>
                </c:pt>
                <c:pt idx="150">
                  <c:v>23</c:v>
                </c:pt>
                <c:pt idx="151">
                  <c:v>35</c:v>
                </c:pt>
                <c:pt idx="152">
                  <c:v>32</c:v>
                </c:pt>
                <c:pt idx="153">
                  <c:v>25</c:v>
                </c:pt>
                <c:pt idx="154">
                  <c:v>19</c:v>
                </c:pt>
                <c:pt idx="155">
                  <c:v>30</c:v>
                </c:pt>
                <c:pt idx="156">
                  <c:v>23</c:v>
                </c:pt>
                <c:pt idx="157">
                  <c:v>32</c:v>
                </c:pt>
                <c:pt idx="158">
                  <c:v>35</c:v>
                </c:pt>
                <c:pt idx="159">
                  <c:v>29</c:v>
                </c:pt>
                <c:pt idx="160">
                  <c:v>36</c:v>
                </c:pt>
                <c:pt idx="161">
                  <c:v>30</c:v>
                </c:pt>
                <c:pt idx="162">
                  <c:v>25</c:v>
                </c:pt>
                <c:pt idx="163">
                  <c:v>31</c:v>
                </c:pt>
                <c:pt idx="164">
                  <c:v>34</c:v>
                </c:pt>
                <c:pt idx="165">
                  <c:v>22</c:v>
                </c:pt>
                <c:pt idx="166">
                  <c:v>26</c:v>
                </c:pt>
                <c:pt idx="167">
                  <c:v>27</c:v>
                </c:pt>
                <c:pt idx="168">
                  <c:v>28</c:v>
                </c:pt>
                <c:pt idx="169">
                  <c:v>20</c:v>
                </c:pt>
                <c:pt idx="170">
                  <c:v>32</c:v>
                </c:pt>
                <c:pt idx="171">
                  <c:v>28</c:v>
                </c:pt>
                <c:pt idx="172">
                  <c:v>28</c:v>
                </c:pt>
                <c:pt idx="173">
                  <c:v>29</c:v>
                </c:pt>
                <c:pt idx="174">
                  <c:v>36</c:v>
                </c:pt>
                <c:pt idx="175">
                  <c:v>24</c:v>
                </c:pt>
                <c:pt idx="176">
                  <c:v>33</c:v>
                </c:pt>
                <c:pt idx="177">
                  <c:v>26</c:v>
                </c:pt>
                <c:pt idx="178">
                  <c:v>24</c:v>
                </c:pt>
                <c:pt idx="179">
                  <c:v>32</c:v>
                </c:pt>
                <c:pt idx="180">
                  <c:v>29</c:v>
                </c:pt>
                <c:pt idx="181">
                  <c:v>22</c:v>
                </c:pt>
                <c:pt idx="182">
                  <c:v>37</c:v>
                </c:pt>
                <c:pt idx="183">
                  <c:v>24</c:v>
                </c:pt>
                <c:pt idx="184">
                  <c:v>35</c:v>
                </c:pt>
                <c:pt idx="185">
                  <c:v>40</c:v>
                </c:pt>
                <c:pt idx="186">
                  <c:v>46</c:v>
                </c:pt>
                <c:pt idx="187">
                  <c:v>36</c:v>
                </c:pt>
                <c:pt idx="188">
                  <c:v>46</c:v>
                </c:pt>
                <c:pt idx="189">
                  <c:v>35</c:v>
                </c:pt>
                <c:pt idx="190">
                  <c:v>53</c:v>
                </c:pt>
                <c:pt idx="191">
                  <c:v>53</c:v>
                </c:pt>
                <c:pt idx="192">
                  <c:v>52</c:v>
                </c:pt>
                <c:pt idx="193">
                  <c:v>65</c:v>
                </c:pt>
                <c:pt idx="194">
                  <c:v>52</c:v>
                </c:pt>
                <c:pt idx="195">
                  <c:v>62</c:v>
                </c:pt>
                <c:pt idx="196">
                  <c:v>77</c:v>
                </c:pt>
                <c:pt idx="197">
                  <c:v>61</c:v>
                </c:pt>
                <c:pt idx="198">
                  <c:v>70</c:v>
                </c:pt>
                <c:pt idx="199">
                  <c:v>66</c:v>
                </c:pt>
                <c:pt idx="200">
                  <c:v>73</c:v>
                </c:pt>
                <c:pt idx="201">
                  <c:v>73</c:v>
                </c:pt>
                <c:pt idx="202">
                  <c:v>80</c:v>
                </c:pt>
                <c:pt idx="203">
                  <c:v>75</c:v>
                </c:pt>
                <c:pt idx="204">
                  <c:v>90</c:v>
                </c:pt>
                <c:pt idx="205">
                  <c:v>78</c:v>
                </c:pt>
                <c:pt idx="206">
                  <c:v>90</c:v>
                </c:pt>
                <c:pt idx="207">
                  <c:v>88</c:v>
                </c:pt>
                <c:pt idx="208">
                  <c:v>83</c:v>
                </c:pt>
                <c:pt idx="209">
                  <c:v>92</c:v>
                </c:pt>
                <c:pt idx="210">
                  <c:v>99</c:v>
                </c:pt>
                <c:pt idx="211">
                  <c:v>93</c:v>
                </c:pt>
                <c:pt idx="212">
                  <c:v>115</c:v>
                </c:pt>
                <c:pt idx="213">
                  <c:v>108</c:v>
                </c:pt>
                <c:pt idx="214">
                  <c:v>112</c:v>
                </c:pt>
                <c:pt idx="215">
                  <c:v>86</c:v>
                </c:pt>
                <c:pt idx="216">
                  <c:v>98</c:v>
                </c:pt>
                <c:pt idx="217">
                  <c:v>100</c:v>
                </c:pt>
                <c:pt idx="218">
                  <c:v>95</c:v>
                </c:pt>
                <c:pt idx="219">
                  <c:v>98</c:v>
                </c:pt>
                <c:pt idx="220">
                  <c:v>90</c:v>
                </c:pt>
                <c:pt idx="221">
                  <c:v>107</c:v>
                </c:pt>
                <c:pt idx="222">
                  <c:v>101</c:v>
                </c:pt>
                <c:pt idx="223">
                  <c:v>104</c:v>
                </c:pt>
                <c:pt idx="224">
                  <c:v>98</c:v>
                </c:pt>
                <c:pt idx="225">
                  <c:v>101</c:v>
                </c:pt>
                <c:pt idx="226">
                  <c:v>94</c:v>
                </c:pt>
                <c:pt idx="227">
                  <c:v>108</c:v>
                </c:pt>
                <c:pt idx="228">
                  <c:v>103</c:v>
                </c:pt>
                <c:pt idx="229">
                  <c:v>95</c:v>
                </c:pt>
                <c:pt idx="230">
                  <c:v>107</c:v>
                </c:pt>
                <c:pt idx="231">
                  <c:v>116</c:v>
                </c:pt>
                <c:pt idx="232">
                  <c:v>109</c:v>
                </c:pt>
                <c:pt idx="233">
                  <c:v>84</c:v>
                </c:pt>
                <c:pt idx="234">
                  <c:v>98</c:v>
                </c:pt>
                <c:pt idx="235">
                  <c:v>115</c:v>
                </c:pt>
                <c:pt idx="236">
                  <c:v>95</c:v>
                </c:pt>
                <c:pt idx="237">
                  <c:v>106</c:v>
                </c:pt>
                <c:pt idx="238">
                  <c:v>118</c:v>
                </c:pt>
                <c:pt idx="239">
                  <c:v>127</c:v>
                </c:pt>
                <c:pt idx="240">
                  <c:v>104</c:v>
                </c:pt>
                <c:pt idx="241">
                  <c:v>131</c:v>
                </c:pt>
                <c:pt idx="242">
                  <c:v>130</c:v>
                </c:pt>
                <c:pt idx="243">
                  <c:v>138</c:v>
                </c:pt>
                <c:pt idx="244">
                  <c:v>167</c:v>
                </c:pt>
                <c:pt idx="245">
                  <c:v>170</c:v>
                </c:pt>
                <c:pt idx="246">
                  <c:v>165</c:v>
                </c:pt>
                <c:pt idx="247">
                  <c:v>149</c:v>
                </c:pt>
                <c:pt idx="248">
                  <c:v>151</c:v>
                </c:pt>
                <c:pt idx="249">
                  <c:v>173</c:v>
                </c:pt>
                <c:pt idx="250">
                  <c:v>150</c:v>
                </c:pt>
                <c:pt idx="251">
                  <c:v>162</c:v>
                </c:pt>
                <c:pt idx="252">
                  <c:v>175</c:v>
                </c:pt>
                <c:pt idx="253">
                  <c:v>176</c:v>
                </c:pt>
                <c:pt idx="254">
                  <c:v>180</c:v>
                </c:pt>
                <c:pt idx="255">
                  <c:v>168</c:v>
                </c:pt>
                <c:pt idx="256">
                  <c:v>185</c:v>
                </c:pt>
                <c:pt idx="257">
                  <c:v>181</c:v>
                </c:pt>
                <c:pt idx="258">
                  <c:v>172</c:v>
                </c:pt>
                <c:pt idx="259">
                  <c:v>187</c:v>
                </c:pt>
                <c:pt idx="260">
                  <c:v>218</c:v>
                </c:pt>
                <c:pt idx="261">
                  <c:v>184</c:v>
                </c:pt>
                <c:pt idx="262">
                  <c:v>194</c:v>
                </c:pt>
                <c:pt idx="263">
                  <c:v>131</c:v>
                </c:pt>
                <c:pt idx="264">
                  <c:v>176</c:v>
                </c:pt>
                <c:pt idx="265">
                  <c:v>136</c:v>
                </c:pt>
                <c:pt idx="266">
                  <c:v>153</c:v>
                </c:pt>
                <c:pt idx="267">
                  <c:v>159</c:v>
                </c:pt>
                <c:pt idx="268">
                  <c:v>143</c:v>
                </c:pt>
                <c:pt idx="269">
                  <c:v>156</c:v>
                </c:pt>
                <c:pt idx="270">
                  <c:v>151</c:v>
                </c:pt>
                <c:pt idx="271">
                  <c:v>148</c:v>
                </c:pt>
                <c:pt idx="272">
                  <c:v>184</c:v>
                </c:pt>
                <c:pt idx="273">
                  <c:v>204</c:v>
                </c:pt>
                <c:pt idx="274">
                  <c:v>215</c:v>
                </c:pt>
                <c:pt idx="275">
                  <c:v>198</c:v>
                </c:pt>
                <c:pt idx="276">
                  <c:v>199</c:v>
                </c:pt>
                <c:pt idx="277">
                  <c:v>188</c:v>
                </c:pt>
                <c:pt idx="278">
                  <c:v>197</c:v>
                </c:pt>
                <c:pt idx="279">
                  <c:v>192</c:v>
                </c:pt>
                <c:pt idx="280">
                  <c:v>200</c:v>
                </c:pt>
                <c:pt idx="281">
                  <c:v>192</c:v>
                </c:pt>
                <c:pt idx="282">
                  <c:v>172</c:v>
                </c:pt>
                <c:pt idx="283">
                  <c:v>160</c:v>
                </c:pt>
                <c:pt idx="284">
                  <c:v>168</c:v>
                </c:pt>
                <c:pt idx="285">
                  <c:v>171</c:v>
                </c:pt>
                <c:pt idx="286">
                  <c:v>154</c:v>
                </c:pt>
                <c:pt idx="287">
                  <c:v>146</c:v>
                </c:pt>
                <c:pt idx="288">
                  <c:v>166</c:v>
                </c:pt>
                <c:pt idx="289">
                  <c:v>134</c:v>
                </c:pt>
                <c:pt idx="290">
                  <c:v>149</c:v>
                </c:pt>
                <c:pt idx="291">
                  <c:v>132</c:v>
                </c:pt>
                <c:pt idx="292">
                  <c:v>131</c:v>
                </c:pt>
                <c:pt idx="293">
                  <c:v>104</c:v>
                </c:pt>
                <c:pt idx="294">
                  <c:v>105</c:v>
                </c:pt>
                <c:pt idx="295">
                  <c:v>105</c:v>
                </c:pt>
                <c:pt idx="296">
                  <c:v>90</c:v>
                </c:pt>
                <c:pt idx="297">
                  <c:v>101</c:v>
                </c:pt>
                <c:pt idx="298">
                  <c:v>92</c:v>
                </c:pt>
                <c:pt idx="299">
                  <c:v>68</c:v>
                </c:pt>
                <c:pt idx="300">
                  <c:v>75</c:v>
                </c:pt>
                <c:pt idx="301">
                  <c:v>73</c:v>
                </c:pt>
                <c:pt idx="302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F9-4CC3-A0BA-B89341CF0BC3}"/>
            </c:ext>
          </c:extLst>
        </c:ser>
        <c:ser>
          <c:idx val="1"/>
          <c:order val="1"/>
          <c:tx>
            <c:strRef>
              <c:f>DAU!$E$1</c:f>
              <c:strCache>
                <c:ptCount val="1"/>
                <c:pt idx="0">
                  <c:v>wau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DAU!$C:$C</c:f>
              <c:strCache>
                <c:ptCount val="304"/>
                <c:pt idx="0">
                  <c:v>day</c:v>
                </c:pt>
                <c:pt idx="1">
                  <c:v>02.07.22</c:v>
                </c:pt>
                <c:pt idx="2">
                  <c:v>03.07.22</c:v>
                </c:pt>
                <c:pt idx="3">
                  <c:v>04.07.22</c:v>
                </c:pt>
                <c:pt idx="4">
                  <c:v>05.07.22</c:v>
                </c:pt>
                <c:pt idx="5">
                  <c:v>06.07.22</c:v>
                </c:pt>
                <c:pt idx="6">
                  <c:v>07.07.22</c:v>
                </c:pt>
                <c:pt idx="7">
                  <c:v>08.07.22</c:v>
                </c:pt>
                <c:pt idx="8">
                  <c:v>09.07.22</c:v>
                </c:pt>
                <c:pt idx="9">
                  <c:v>10.07.22</c:v>
                </c:pt>
                <c:pt idx="10">
                  <c:v>11.07.22</c:v>
                </c:pt>
                <c:pt idx="11">
                  <c:v>12.07.22</c:v>
                </c:pt>
                <c:pt idx="12">
                  <c:v>13.07.22</c:v>
                </c:pt>
                <c:pt idx="13">
                  <c:v>14.07.22</c:v>
                </c:pt>
                <c:pt idx="14">
                  <c:v>15.07.22</c:v>
                </c:pt>
                <c:pt idx="15">
                  <c:v>16.07.22</c:v>
                </c:pt>
                <c:pt idx="16">
                  <c:v>17.07.22</c:v>
                </c:pt>
                <c:pt idx="17">
                  <c:v>18.07.22</c:v>
                </c:pt>
                <c:pt idx="18">
                  <c:v>19.07.22</c:v>
                </c:pt>
                <c:pt idx="19">
                  <c:v>20.07.22</c:v>
                </c:pt>
                <c:pt idx="20">
                  <c:v>21.07.22</c:v>
                </c:pt>
                <c:pt idx="21">
                  <c:v>22.07.22</c:v>
                </c:pt>
                <c:pt idx="22">
                  <c:v>23.07.22</c:v>
                </c:pt>
                <c:pt idx="23">
                  <c:v>24.07.22</c:v>
                </c:pt>
                <c:pt idx="24">
                  <c:v>25.07.22</c:v>
                </c:pt>
                <c:pt idx="25">
                  <c:v>26.07.22</c:v>
                </c:pt>
                <c:pt idx="26">
                  <c:v>27.07.22</c:v>
                </c:pt>
                <c:pt idx="27">
                  <c:v>28.07.22</c:v>
                </c:pt>
                <c:pt idx="28">
                  <c:v>29.07.22</c:v>
                </c:pt>
                <c:pt idx="29">
                  <c:v>30.07.22</c:v>
                </c:pt>
                <c:pt idx="30">
                  <c:v>31.07.22</c:v>
                </c:pt>
                <c:pt idx="31">
                  <c:v>01.08.22</c:v>
                </c:pt>
                <c:pt idx="32">
                  <c:v>02.08.22</c:v>
                </c:pt>
                <c:pt idx="33">
                  <c:v>03.08.22</c:v>
                </c:pt>
                <c:pt idx="34">
                  <c:v>04.08.22</c:v>
                </c:pt>
                <c:pt idx="35">
                  <c:v>05.08.22</c:v>
                </c:pt>
                <c:pt idx="36">
                  <c:v>06.08.22</c:v>
                </c:pt>
                <c:pt idx="37">
                  <c:v>07.08.22</c:v>
                </c:pt>
                <c:pt idx="38">
                  <c:v>08.08.22</c:v>
                </c:pt>
                <c:pt idx="39">
                  <c:v>09.08.22</c:v>
                </c:pt>
                <c:pt idx="40">
                  <c:v>10.08.22</c:v>
                </c:pt>
                <c:pt idx="41">
                  <c:v>11.08.22</c:v>
                </c:pt>
                <c:pt idx="42">
                  <c:v>12.08.22</c:v>
                </c:pt>
                <c:pt idx="43">
                  <c:v>13.08.22</c:v>
                </c:pt>
                <c:pt idx="44">
                  <c:v>14.08.22</c:v>
                </c:pt>
                <c:pt idx="45">
                  <c:v>15.08.22</c:v>
                </c:pt>
                <c:pt idx="46">
                  <c:v>16.08.22</c:v>
                </c:pt>
                <c:pt idx="47">
                  <c:v>17.08.22</c:v>
                </c:pt>
                <c:pt idx="48">
                  <c:v>18.08.22</c:v>
                </c:pt>
                <c:pt idx="49">
                  <c:v>19.08.22</c:v>
                </c:pt>
                <c:pt idx="50">
                  <c:v>20.08.22</c:v>
                </c:pt>
                <c:pt idx="51">
                  <c:v>21.08.22</c:v>
                </c:pt>
                <c:pt idx="52">
                  <c:v>22.08.22</c:v>
                </c:pt>
                <c:pt idx="53">
                  <c:v>23.08.22</c:v>
                </c:pt>
                <c:pt idx="54">
                  <c:v>24.08.22</c:v>
                </c:pt>
                <c:pt idx="55">
                  <c:v>25.08.22</c:v>
                </c:pt>
                <c:pt idx="56">
                  <c:v>26.08.22</c:v>
                </c:pt>
                <c:pt idx="57">
                  <c:v>27.08.22</c:v>
                </c:pt>
                <c:pt idx="58">
                  <c:v>28.08.22</c:v>
                </c:pt>
                <c:pt idx="59">
                  <c:v>29.08.22</c:v>
                </c:pt>
                <c:pt idx="60">
                  <c:v>30.08.22</c:v>
                </c:pt>
                <c:pt idx="61">
                  <c:v>31.08.22</c:v>
                </c:pt>
                <c:pt idx="62">
                  <c:v>01.09.22</c:v>
                </c:pt>
                <c:pt idx="63">
                  <c:v>02.09.22</c:v>
                </c:pt>
                <c:pt idx="64">
                  <c:v>03.09.22</c:v>
                </c:pt>
                <c:pt idx="65">
                  <c:v>04.09.22</c:v>
                </c:pt>
                <c:pt idx="66">
                  <c:v>05.09.22</c:v>
                </c:pt>
                <c:pt idx="67">
                  <c:v>06.09.22</c:v>
                </c:pt>
                <c:pt idx="68">
                  <c:v>07.09.22</c:v>
                </c:pt>
                <c:pt idx="69">
                  <c:v>08.09.22</c:v>
                </c:pt>
                <c:pt idx="70">
                  <c:v>09.09.22</c:v>
                </c:pt>
                <c:pt idx="71">
                  <c:v>10.09.22</c:v>
                </c:pt>
                <c:pt idx="72">
                  <c:v>11.09.22</c:v>
                </c:pt>
                <c:pt idx="73">
                  <c:v>12.09.22</c:v>
                </c:pt>
                <c:pt idx="74">
                  <c:v>13.09.22</c:v>
                </c:pt>
                <c:pt idx="75">
                  <c:v>14.09.22</c:v>
                </c:pt>
                <c:pt idx="76">
                  <c:v>15.09.22</c:v>
                </c:pt>
                <c:pt idx="77">
                  <c:v>16.09.22</c:v>
                </c:pt>
                <c:pt idx="78">
                  <c:v>17.09.22</c:v>
                </c:pt>
                <c:pt idx="79">
                  <c:v>18.09.22</c:v>
                </c:pt>
                <c:pt idx="80">
                  <c:v>19.09.22</c:v>
                </c:pt>
                <c:pt idx="81">
                  <c:v>20.09.22</c:v>
                </c:pt>
                <c:pt idx="82">
                  <c:v>21.09.22</c:v>
                </c:pt>
                <c:pt idx="83">
                  <c:v>22.09.22</c:v>
                </c:pt>
                <c:pt idx="84">
                  <c:v>23.09.22</c:v>
                </c:pt>
                <c:pt idx="85">
                  <c:v>24.09.22</c:v>
                </c:pt>
                <c:pt idx="86">
                  <c:v>25.09.22</c:v>
                </c:pt>
                <c:pt idx="87">
                  <c:v>26.09.22</c:v>
                </c:pt>
                <c:pt idx="88">
                  <c:v>27.09.22</c:v>
                </c:pt>
                <c:pt idx="89">
                  <c:v>28.09.22</c:v>
                </c:pt>
                <c:pt idx="90">
                  <c:v>29.09.22</c:v>
                </c:pt>
                <c:pt idx="91">
                  <c:v>30.09.22</c:v>
                </c:pt>
                <c:pt idx="92">
                  <c:v>01.10.22</c:v>
                </c:pt>
                <c:pt idx="93">
                  <c:v>02.10.22</c:v>
                </c:pt>
                <c:pt idx="94">
                  <c:v>03.10.22</c:v>
                </c:pt>
                <c:pt idx="95">
                  <c:v>04.10.22</c:v>
                </c:pt>
                <c:pt idx="96">
                  <c:v>05.10.22</c:v>
                </c:pt>
                <c:pt idx="97">
                  <c:v>06.10.22</c:v>
                </c:pt>
                <c:pt idx="98">
                  <c:v>07.10.22</c:v>
                </c:pt>
                <c:pt idx="99">
                  <c:v>08.10.22</c:v>
                </c:pt>
                <c:pt idx="100">
                  <c:v>09.10.22</c:v>
                </c:pt>
                <c:pt idx="101">
                  <c:v>10.10.22</c:v>
                </c:pt>
                <c:pt idx="102">
                  <c:v>11.10.22</c:v>
                </c:pt>
                <c:pt idx="103">
                  <c:v>12.10.22</c:v>
                </c:pt>
                <c:pt idx="104">
                  <c:v>13.10.22</c:v>
                </c:pt>
                <c:pt idx="105">
                  <c:v>14.10.22</c:v>
                </c:pt>
                <c:pt idx="106">
                  <c:v>15.10.22</c:v>
                </c:pt>
                <c:pt idx="107">
                  <c:v>16.10.22</c:v>
                </c:pt>
                <c:pt idx="108">
                  <c:v>17.10.22</c:v>
                </c:pt>
                <c:pt idx="109">
                  <c:v>18.10.22</c:v>
                </c:pt>
                <c:pt idx="110">
                  <c:v>19.10.22</c:v>
                </c:pt>
                <c:pt idx="111">
                  <c:v>20.10.22</c:v>
                </c:pt>
                <c:pt idx="112">
                  <c:v>21.10.22</c:v>
                </c:pt>
                <c:pt idx="113">
                  <c:v>22.10.22</c:v>
                </c:pt>
                <c:pt idx="114">
                  <c:v>23.10.22</c:v>
                </c:pt>
                <c:pt idx="115">
                  <c:v>24.10.22</c:v>
                </c:pt>
                <c:pt idx="116">
                  <c:v>25.10.22</c:v>
                </c:pt>
                <c:pt idx="117">
                  <c:v>26.10.22</c:v>
                </c:pt>
                <c:pt idx="118">
                  <c:v>27.10.22</c:v>
                </c:pt>
                <c:pt idx="119">
                  <c:v>28.10.22</c:v>
                </c:pt>
                <c:pt idx="120">
                  <c:v>29.10.22</c:v>
                </c:pt>
                <c:pt idx="121">
                  <c:v>30.10.22</c:v>
                </c:pt>
                <c:pt idx="122">
                  <c:v>31.10.22</c:v>
                </c:pt>
                <c:pt idx="123">
                  <c:v>01.11.22</c:v>
                </c:pt>
                <c:pt idx="124">
                  <c:v>02.11.22</c:v>
                </c:pt>
                <c:pt idx="125">
                  <c:v>03.11.22</c:v>
                </c:pt>
                <c:pt idx="126">
                  <c:v>04.11.22</c:v>
                </c:pt>
                <c:pt idx="127">
                  <c:v>05.11.22</c:v>
                </c:pt>
                <c:pt idx="128">
                  <c:v>06.11.22</c:v>
                </c:pt>
                <c:pt idx="129">
                  <c:v>07.11.22</c:v>
                </c:pt>
                <c:pt idx="130">
                  <c:v>08.11.22</c:v>
                </c:pt>
                <c:pt idx="131">
                  <c:v>09.11.22</c:v>
                </c:pt>
                <c:pt idx="132">
                  <c:v>10.11.22</c:v>
                </c:pt>
                <c:pt idx="133">
                  <c:v>11.11.22</c:v>
                </c:pt>
                <c:pt idx="134">
                  <c:v>12.11.22</c:v>
                </c:pt>
                <c:pt idx="135">
                  <c:v>13.11.22</c:v>
                </c:pt>
                <c:pt idx="136">
                  <c:v>14.11.22</c:v>
                </c:pt>
                <c:pt idx="137">
                  <c:v>15.11.22</c:v>
                </c:pt>
                <c:pt idx="138">
                  <c:v>16.11.22</c:v>
                </c:pt>
                <c:pt idx="139">
                  <c:v>17.11.22</c:v>
                </c:pt>
                <c:pt idx="140">
                  <c:v>18.11.22</c:v>
                </c:pt>
                <c:pt idx="141">
                  <c:v>19.11.22</c:v>
                </c:pt>
                <c:pt idx="142">
                  <c:v>20.11.22</c:v>
                </c:pt>
                <c:pt idx="143">
                  <c:v>21.11.22</c:v>
                </c:pt>
                <c:pt idx="144">
                  <c:v>22.11.22</c:v>
                </c:pt>
                <c:pt idx="145">
                  <c:v>23.11.22</c:v>
                </c:pt>
                <c:pt idx="146">
                  <c:v>24.11.22</c:v>
                </c:pt>
                <c:pt idx="147">
                  <c:v>25.11.22</c:v>
                </c:pt>
                <c:pt idx="148">
                  <c:v>26.11.22</c:v>
                </c:pt>
                <c:pt idx="149">
                  <c:v>27.11.22</c:v>
                </c:pt>
                <c:pt idx="150">
                  <c:v>28.11.22</c:v>
                </c:pt>
                <c:pt idx="151">
                  <c:v>29.11.22</c:v>
                </c:pt>
                <c:pt idx="152">
                  <c:v>30.11.22</c:v>
                </c:pt>
                <c:pt idx="153">
                  <c:v>01.12.22</c:v>
                </c:pt>
                <c:pt idx="154">
                  <c:v>02.12.22</c:v>
                </c:pt>
                <c:pt idx="155">
                  <c:v>03.12.22</c:v>
                </c:pt>
                <c:pt idx="156">
                  <c:v>04.12.22</c:v>
                </c:pt>
                <c:pt idx="157">
                  <c:v>05.12.22</c:v>
                </c:pt>
                <c:pt idx="158">
                  <c:v>06.12.22</c:v>
                </c:pt>
                <c:pt idx="159">
                  <c:v>07.12.22</c:v>
                </c:pt>
                <c:pt idx="160">
                  <c:v>08.12.22</c:v>
                </c:pt>
                <c:pt idx="161">
                  <c:v>09.12.22</c:v>
                </c:pt>
                <c:pt idx="162">
                  <c:v>10.12.22</c:v>
                </c:pt>
                <c:pt idx="163">
                  <c:v>11.12.22</c:v>
                </c:pt>
                <c:pt idx="164">
                  <c:v>12.12.22</c:v>
                </c:pt>
                <c:pt idx="165">
                  <c:v>13.12.22</c:v>
                </c:pt>
                <c:pt idx="166">
                  <c:v>14.12.22</c:v>
                </c:pt>
                <c:pt idx="167">
                  <c:v>15.12.22</c:v>
                </c:pt>
                <c:pt idx="168">
                  <c:v>16.12.22</c:v>
                </c:pt>
                <c:pt idx="169">
                  <c:v>17.12.22</c:v>
                </c:pt>
                <c:pt idx="170">
                  <c:v>18.12.22</c:v>
                </c:pt>
                <c:pt idx="171">
                  <c:v>19.12.22</c:v>
                </c:pt>
                <c:pt idx="172">
                  <c:v>20.12.22</c:v>
                </c:pt>
                <c:pt idx="173">
                  <c:v>21.12.22</c:v>
                </c:pt>
                <c:pt idx="174">
                  <c:v>22.12.22</c:v>
                </c:pt>
                <c:pt idx="175">
                  <c:v>23.12.22</c:v>
                </c:pt>
                <c:pt idx="176">
                  <c:v>24.12.22</c:v>
                </c:pt>
                <c:pt idx="177">
                  <c:v>25.12.22</c:v>
                </c:pt>
                <c:pt idx="178">
                  <c:v>26.12.22</c:v>
                </c:pt>
                <c:pt idx="179">
                  <c:v>27.12.22</c:v>
                </c:pt>
                <c:pt idx="180">
                  <c:v>28.12.22</c:v>
                </c:pt>
                <c:pt idx="181">
                  <c:v>29.12.22</c:v>
                </c:pt>
                <c:pt idx="182">
                  <c:v>30.12.22</c:v>
                </c:pt>
                <c:pt idx="183">
                  <c:v>31.12.22</c:v>
                </c:pt>
                <c:pt idx="184">
                  <c:v>01.01.23</c:v>
                </c:pt>
                <c:pt idx="185">
                  <c:v>02.01.23</c:v>
                </c:pt>
                <c:pt idx="186">
                  <c:v>03.01.23</c:v>
                </c:pt>
                <c:pt idx="187">
                  <c:v>04.01.23</c:v>
                </c:pt>
                <c:pt idx="188">
                  <c:v>05.01.23</c:v>
                </c:pt>
                <c:pt idx="189">
                  <c:v>06.01.23</c:v>
                </c:pt>
                <c:pt idx="190">
                  <c:v>07.01.23</c:v>
                </c:pt>
                <c:pt idx="191">
                  <c:v>08.01.23</c:v>
                </c:pt>
                <c:pt idx="192">
                  <c:v>09.01.23</c:v>
                </c:pt>
                <c:pt idx="193">
                  <c:v>10.01.23</c:v>
                </c:pt>
                <c:pt idx="194">
                  <c:v>11.01.23</c:v>
                </c:pt>
                <c:pt idx="195">
                  <c:v>12.01.23</c:v>
                </c:pt>
                <c:pt idx="196">
                  <c:v>13.01.23</c:v>
                </c:pt>
                <c:pt idx="197">
                  <c:v>14.01.23</c:v>
                </c:pt>
                <c:pt idx="198">
                  <c:v>15.01.23</c:v>
                </c:pt>
                <c:pt idx="199">
                  <c:v>16.01.23</c:v>
                </c:pt>
                <c:pt idx="200">
                  <c:v>17.01.23</c:v>
                </c:pt>
                <c:pt idx="201">
                  <c:v>18.01.23</c:v>
                </c:pt>
                <c:pt idx="202">
                  <c:v>19.01.23</c:v>
                </c:pt>
                <c:pt idx="203">
                  <c:v>20.01.23</c:v>
                </c:pt>
                <c:pt idx="204">
                  <c:v>21.01.23</c:v>
                </c:pt>
                <c:pt idx="205">
                  <c:v>22.01.23</c:v>
                </c:pt>
                <c:pt idx="206">
                  <c:v>23.01.23</c:v>
                </c:pt>
                <c:pt idx="207">
                  <c:v>24.01.23</c:v>
                </c:pt>
                <c:pt idx="208">
                  <c:v>25.01.23</c:v>
                </c:pt>
                <c:pt idx="209">
                  <c:v>26.01.23</c:v>
                </c:pt>
                <c:pt idx="210">
                  <c:v>27.01.23</c:v>
                </c:pt>
                <c:pt idx="211">
                  <c:v>28.01.23</c:v>
                </c:pt>
                <c:pt idx="212">
                  <c:v>29.01.23</c:v>
                </c:pt>
                <c:pt idx="213">
                  <c:v>30.01.23</c:v>
                </c:pt>
                <c:pt idx="214">
                  <c:v>31.01.23</c:v>
                </c:pt>
                <c:pt idx="215">
                  <c:v>01.02.23</c:v>
                </c:pt>
                <c:pt idx="216">
                  <c:v>02.02.23</c:v>
                </c:pt>
                <c:pt idx="217">
                  <c:v>03.02.23</c:v>
                </c:pt>
                <c:pt idx="218">
                  <c:v>04.02.23</c:v>
                </c:pt>
                <c:pt idx="219">
                  <c:v>05.02.23</c:v>
                </c:pt>
                <c:pt idx="220">
                  <c:v>06.02.23</c:v>
                </c:pt>
                <c:pt idx="221">
                  <c:v>07.02.23</c:v>
                </c:pt>
                <c:pt idx="222">
                  <c:v>08.02.23</c:v>
                </c:pt>
                <c:pt idx="223">
                  <c:v>09.02.23</c:v>
                </c:pt>
                <c:pt idx="224">
                  <c:v>10.02.23</c:v>
                </c:pt>
                <c:pt idx="225">
                  <c:v>11.02.23</c:v>
                </c:pt>
                <c:pt idx="226">
                  <c:v>12.02.23</c:v>
                </c:pt>
                <c:pt idx="227">
                  <c:v>13.02.23</c:v>
                </c:pt>
                <c:pt idx="228">
                  <c:v>14.02.23</c:v>
                </c:pt>
                <c:pt idx="229">
                  <c:v>15.02.23</c:v>
                </c:pt>
                <c:pt idx="230">
                  <c:v>16.02.23</c:v>
                </c:pt>
                <c:pt idx="231">
                  <c:v>17.02.23</c:v>
                </c:pt>
                <c:pt idx="232">
                  <c:v>18.02.23</c:v>
                </c:pt>
                <c:pt idx="233">
                  <c:v>19.02.23</c:v>
                </c:pt>
                <c:pt idx="234">
                  <c:v>20.02.23</c:v>
                </c:pt>
                <c:pt idx="235">
                  <c:v>21.02.23</c:v>
                </c:pt>
                <c:pt idx="236">
                  <c:v>22.02.23</c:v>
                </c:pt>
                <c:pt idx="237">
                  <c:v>23.02.23</c:v>
                </c:pt>
                <c:pt idx="238">
                  <c:v>24.02.23</c:v>
                </c:pt>
                <c:pt idx="239">
                  <c:v>25.02.23</c:v>
                </c:pt>
                <c:pt idx="240">
                  <c:v>26.02.23</c:v>
                </c:pt>
                <c:pt idx="241">
                  <c:v>27.02.23</c:v>
                </c:pt>
                <c:pt idx="242">
                  <c:v>28.02.23</c:v>
                </c:pt>
                <c:pt idx="243">
                  <c:v>01.03.23</c:v>
                </c:pt>
                <c:pt idx="244">
                  <c:v>02.03.23</c:v>
                </c:pt>
                <c:pt idx="245">
                  <c:v>03.03.23</c:v>
                </c:pt>
                <c:pt idx="246">
                  <c:v>04.03.23</c:v>
                </c:pt>
                <c:pt idx="247">
                  <c:v>05.03.23</c:v>
                </c:pt>
                <c:pt idx="248">
                  <c:v>06.03.23</c:v>
                </c:pt>
                <c:pt idx="249">
                  <c:v>07.03.23</c:v>
                </c:pt>
                <c:pt idx="250">
                  <c:v>08.03.23</c:v>
                </c:pt>
                <c:pt idx="251">
                  <c:v>09.03.23</c:v>
                </c:pt>
                <c:pt idx="252">
                  <c:v>10.03.23</c:v>
                </c:pt>
                <c:pt idx="253">
                  <c:v>11.03.23</c:v>
                </c:pt>
                <c:pt idx="254">
                  <c:v>12.03.23</c:v>
                </c:pt>
                <c:pt idx="255">
                  <c:v>13.03.23</c:v>
                </c:pt>
                <c:pt idx="256">
                  <c:v>14.03.23</c:v>
                </c:pt>
                <c:pt idx="257">
                  <c:v>15.03.23</c:v>
                </c:pt>
                <c:pt idx="258">
                  <c:v>16.03.23</c:v>
                </c:pt>
                <c:pt idx="259">
                  <c:v>17.03.23</c:v>
                </c:pt>
                <c:pt idx="260">
                  <c:v>18.03.23</c:v>
                </c:pt>
                <c:pt idx="261">
                  <c:v>19.03.23</c:v>
                </c:pt>
                <c:pt idx="262">
                  <c:v>20.03.23</c:v>
                </c:pt>
                <c:pt idx="263">
                  <c:v>21.03.23</c:v>
                </c:pt>
                <c:pt idx="264">
                  <c:v>22.03.23</c:v>
                </c:pt>
                <c:pt idx="265">
                  <c:v>23.03.23</c:v>
                </c:pt>
                <c:pt idx="266">
                  <c:v>24.03.23</c:v>
                </c:pt>
                <c:pt idx="267">
                  <c:v>25.03.23</c:v>
                </c:pt>
                <c:pt idx="268">
                  <c:v>26.03.23</c:v>
                </c:pt>
                <c:pt idx="269">
                  <c:v>27.03.23</c:v>
                </c:pt>
                <c:pt idx="270">
                  <c:v>28.03.23</c:v>
                </c:pt>
                <c:pt idx="271">
                  <c:v>29.03.23</c:v>
                </c:pt>
                <c:pt idx="272">
                  <c:v>30.03.23</c:v>
                </c:pt>
                <c:pt idx="273">
                  <c:v>31.03.23</c:v>
                </c:pt>
                <c:pt idx="274">
                  <c:v>01.04.23</c:v>
                </c:pt>
                <c:pt idx="275">
                  <c:v>02.04.23</c:v>
                </c:pt>
                <c:pt idx="276">
                  <c:v>03.04.23</c:v>
                </c:pt>
                <c:pt idx="277">
                  <c:v>04.04.23</c:v>
                </c:pt>
                <c:pt idx="278">
                  <c:v>05.04.23</c:v>
                </c:pt>
                <c:pt idx="279">
                  <c:v>06.04.23</c:v>
                </c:pt>
                <c:pt idx="280">
                  <c:v>07.04.23</c:v>
                </c:pt>
                <c:pt idx="281">
                  <c:v>08.04.23</c:v>
                </c:pt>
                <c:pt idx="282">
                  <c:v>09.04.23</c:v>
                </c:pt>
                <c:pt idx="283">
                  <c:v>10.04.23</c:v>
                </c:pt>
                <c:pt idx="284">
                  <c:v>11.04.23</c:v>
                </c:pt>
                <c:pt idx="285">
                  <c:v>12.04.23</c:v>
                </c:pt>
                <c:pt idx="286">
                  <c:v>13.04.23</c:v>
                </c:pt>
                <c:pt idx="287">
                  <c:v>14.04.23</c:v>
                </c:pt>
                <c:pt idx="288">
                  <c:v>15.04.23</c:v>
                </c:pt>
                <c:pt idx="289">
                  <c:v>16.04.23</c:v>
                </c:pt>
                <c:pt idx="290">
                  <c:v>17.04.23</c:v>
                </c:pt>
                <c:pt idx="291">
                  <c:v>18.04.23</c:v>
                </c:pt>
                <c:pt idx="292">
                  <c:v>19.04.23</c:v>
                </c:pt>
                <c:pt idx="293">
                  <c:v>20.04.23</c:v>
                </c:pt>
                <c:pt idx="294">
                  <c:v>21.04.23</c:v>
                </c:pt>
                <c:pt idx="295">
                  <c:v>22.04.23</c:v>
                </c:pt>
                <c:pt idx="296">
                  <c:v>23.04.23</c:v>
                </c:pt>
                <c:pt idx="297">
                  <c:v>24.04.23</c:v>
                </c:pt>
                <c:pt idx="298">
                  <c:v>25.04.23</c:v>
                </c:pt>
                <c:pt idx="299">
                  <c:v>26.04.23</c:v>
                </c:pt>
                <c:pt idx="300">
                  <c:v>27.04.23</c:v>
                </c:pt>
                <c:pt idx="301">
                  <c:v>28.04.23</c:v>
                </c:pt>
                <c:pt idx="302">
                  <c:v>29.04.23</c:v>
                </c:pt>
                <c:pt idx="303">
                  <c:v>30.04.23</c:v>
                </c:pt>
              </c:strCache>
            </c:strRef>
          </c:cat>
          <c:val>
            <c:numRef>
              <c:f>DAU!$E$2:$E$304</c:f>
              <c:numCache>
                <c:formatCode>General</c:formatCode>
                <c:ptCount val="303"/>
                <c:pt idx="0">
                  <c:v>6</c:v>
                </c:pt>
                <c:pt idx="1">
                  <c:v>6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59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92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133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183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202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193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201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206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192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196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205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213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208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207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204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201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213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214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203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202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167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156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153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141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190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233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272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295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346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340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347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384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611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712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772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656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661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699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614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545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  <c:pt idx="302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F9-4CC3-A0BA-B89341CF0BC3}"/>
            </c:ext>
          </c:extLst>
        </c:ser>
        <c:ser>
          <c:idx val="2"/>
          <c:order val="2"/>
          <c:tx>
            <c:strRef>
              <c:f>DAU!$F$1</c:f>
              <c:strCache>
                <c:ptCount val="1"/>
                <c:pt idx="0">
                  <c:v>mau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DAU!$C:$C</c:f>
              <c:strCache>
                <c:ptCount val="304"/>
                <c:pt idx="0">
                  <c:v>day</c:v>
                </c:pt>
                <c:pt idx="1">
                  <c:v>02.07.22</c:v>
                </c:pt>
                <c:pt idx="2">
                  <c:v>03.07.22</c:v>
                </c:pt>
                <c:pt idx="3">
                  <c:v>04.07.22</c:v>
                </c:pt>
                <c:pt idx="4">
                  <c:v>05.07.22</c:v>
                </c:pt>
                <c:pt idx="5">
                  <c:v>06.07.22</c:v>
                </c:pt>
                <c:pt idx="6">
                  <c:v>07.07.22</c:v>
                </c:pt>
                <c:pt idx="7">
                  <c:v>08.07.22</c:v>
                </c:pt>
                <c:pt idx="8">
                  <c:v>09.07.22</c:v>
                </c:pt>
                <c:pt idx="9">
                  <c:v>10.07.22</c:v>
                </c:pt>
                <c:pt idx="10">
                  <c:v>11.07.22</c:v>
                </c:pt>
                <c:pt idx="11">
                  <c:v>12.07.22</c:v>
                </c:pt>
                <c:pt idx="12">
                  <c:v>13.07.22</c:v>
                </c:pt>
                <c:pt idx="13">
                  <c:v>14.07.22</c:v>
                </c:pt>
                <c:pt idx="14">
                  <c:v>15.07.22</c:v>
                </c:pt>
                <c:pt idx="15">
                  <c:v>16.07.22</c:v>
                </c:pt>
                <c:pt idx="16">
                  <c:v>17.07.22</c:v>
                </c:pt>
                <c:pt idx="17">
                  <c:v>18.07.22</c:v>
                </c:pt>
                <c:pt idx="18">
                  <c:v>19.07.22</c:v>
                </c:pt>
                <c:pt idx="19">
                  <c:v>20.07.22</c:v>
                </c:pt>
                <c:pt idx="20">
                  <c:v>21.07.22</c:v>
                </c:pt>
                <c:pt idx="21">
                  <c:v>22.07.22</c:v>
                </c:pt>
                <c:pt idx="22">
                  <c:v>23.07.22</c:v>
                </c:pt>
                <c:pt idx="23">
                  <c:v>24.07.22</c:v>
                </c:pt>
                <c:pt idx="24">
                  <c:v>25.07.22</c:v>
                </c:pt>
                <c:pt idx="25">
                  <c:v>26.07.22</c:v>
                </c:pt>
                <c:pt idx="26">
                  <c:v>27.07.22</c:v>
                </c:pt>
                <c:pt idx="27">
                  <c:v>28.07.22</c:v>
                </c:pt>
                <c:pt idx="28">
                  <c:v>29.07.22</c:v>
                </c:pt>
                <c:pt idx="29">
                  <c:v>30.07.22</c:v>
                </c:pt>
                <c:pt idx="30">
                  <c:v>31.07.22</c:v>
                </c:pt>
                <c:pt idx="31">
                  <c:v>01.08.22</c:v>
                </c:pt>
                <c:pt idx="32">
                  <c:v>02.08.22</c:v>
                </c:pt>
                <c:pt idx="33">
                  <c:v>03.08.22</c:v>
                </c:pt>
                <c:pt idx="34">
                  <c:v>04.08.22</c:v>
                </c:pt>
                <c:pt idx="35">
                  <c:v>05.08.22</c:v>
                </c:pt>
                <c:pt idx="36">
                  <c:v>06.08.22</c:v>
                </c:pt>
                <c:pt idx="37">
                  <c:v>07.08.22</c:v>
                </c:pt>
                <c:pt idx="38">
                  <c:v>08.08.22</c:v>
                </c:pt>
                <c:pt idx="39">
                  <c:v>09.08.22</c:v>
                </c:pt>
                <c:pt idx="40">
                  <c:v>10.08.22</c:v>
                </c:pt>
                <c:pt idx="41">
                  <c:v>11.08.22</c:v>
                </c:pt>
                <c:pt idx="42">
                  <c:v>12.08.22</c:v>
                </c:pt>
                <c:pt idx="43">
                  <c:v>13.08.22</c:v>
                </c:pt>
                <c:pt idx="44">
                  <c:v>14.08.22</c:v>
                </c:pt>
                <c:pt idx="45">
                  <c:v>15.08.22</c:v>
                </c:pt>
                <c:pt idx="46">
                  <c:v>16.08.22</c:v>
                </c:pt>
                <c:pt idx="47">
                  <c:v>17.08.22</c:v>
                </c:pt>
                <c:pt idx="48">
                  <c:v>18.08.22</c:v>
                </c:pt>
                <c:pt idx="49">
                  <c:v>19.08.22</c:v>
                </c:pt>
                <c:pt idx="50">
                  <c:v>20.08.22</c:v>
                </c:pt>
                <c:pt idx="51">
                  <c:v>21.08.22</c:v>
                </c:pt>
                <c:pt idx="52">
                  <c:v>22.08.22</c:v>
                </c:pt>
                <c:pt idx="53">
                  <c:v>23.08.22</c:v>
                </c:pt>
                <c:pt idx="54">
                  <c:v>24.08.22</c:v>
                </c:pt>
                <c:pt idx="55">
                  <c:v>25.08.22</c:v>
                </c:pt>
                <c:pt idx="56">
                  <c:v>26.08.22</c:v>
                </c:pt>
                <c:pt idx="57">
                  <c:v>27.08.22</c:v>
                </c:pt>
                <c:pt idx="58">
                  <c:v>28.08.22</c:v>
                </c:pt>
                <c:pt idx="59">
                  <c:v>29.08.22</c:v>
                </c:pt>
                <c:pt idx="60">
                  <c:v>30.08.22</c:v>
                </c:pt>
                <c:pt idx="61">
                  <c:v>31.08.22</c:v>
                </c:pt>
                <c:pt idx="62">
                  <c:v>01.09.22</c:v>
                </c:pt>
                <c:pt idx="63">
                  <c:v>02.09.22</c:v>
                </c:pt>
                <c:pt idx="64">
                  <c:v>03.09.22</c:v>
                </c:pt>
                <c:pt idx="65">
                  <c:v>04.09.22</c:v>
                </c:pt>
                <c:pt idx="66">
                  <c:v>05.09.22</c:v>
                </c:pt>
                <c:pt idx="67">
                  <c:v>06.09.22</c:v>
                </c:pt>
                <c:pt idx="68">
                  <c:v>07.09.22</c:v>
                </c:pt>
                <c:pt idx="69">
                  <c:v>08.09.22</c:v>
                </c:pt>
                <c:pt idx="70">
                  <c:v>09.09.22</c:v>
                </c:pt>
                <c:pt idx="71">
                  <c:v>10.09.22</c:v>
                </c:pt>
                <c:pt idx="72">
                  <c:v>11.09.22</c:v>
                </c:pt>
                <c:pt idx="73">
                  <c:v>12.09.22</c:v>
                </c:pt>
                <c:pt idx="74">
                  <c:v>13.09.22</c:v>
                </c:pt>
                <c:pt idx="75">
                  <c:v>14.09.22</c:v>
                </c:pt>
                <c:pt idx="76">
                  <c:v>15.09.22</c:v>
                </c:pt>
                <c:pt idx="77">
                  <c:v>16.09.22</c:v>
                </c:pt>
                <c:pt idx="78">
                  <c:v>17.09.22</c:v>
                </c:pt>
                <c:pt idx="79">
                  <c:v>18.09.22</c:v>
                </c:pt>
                <c:pt idx="80">
                  <c:v>19.09.22</c:v>
                </c:pt>
                <c:pt idx="81">
                  <c:v>20.09.22</c:v>
                </c:pt>
                <c:pt idx="82">
                  <c:v>21.09.22</c:v>
                </c:pt>
                <c:pt idx="83">
                  <c:v>22.09.22</c:v>
                </c:pt>
                <c:pt idx="84">
                  <c:v>23.09.22</c:v>
                </c:pt>
                <c:pt idx="85">
                  <c:v>24.09.22</c:v>
                </c:pt>
                <c:pt idx="86">
                  <c:v>25.09.22</c:v>
                </c:pt>
                <c:pt idx="87">
                  <c:v>26.09.22</c:v>
                </c:pt>
                <c:pt idx="88">
                  <c:v>27.09.22</c:v>
                </c:pt>
                <c:pt idx="89">
                  <c:v>28.09.22</c:v>
                </c:pt>
                <c:pt idx="90">
                  <c:v>29.09.22</c:v>
                </c:pt>
                <c:pt idx="91">
                  <c:v>30.09.22</c:v>
                </c:pt>
                <c:pt idx="92">
                  <c:v>01.10.22</c:v>
                </c:pt>
                <c:pt idx="93">
                  <c:v>02.10.22</c:v>
                </c:pt>
                <c:pt idx="94">
                  <c:v>03.10.22</c:v>
                </c:pt>
                <c:pt idx="95">
                  <c:v>04.10.22</c:v>
                </c:pt>
                <c:pt idx="96">
                  <c:v>05.10.22</c:v>
                </c:pt>
                <c:pt idx="97">
                  <c:v>06.10.22</c:v>
                </c:pt>
                <c:pt idx="98">
                  <c:v>07.10.22</c:v>
                </c:pt>
                <c:pt idx="99">
                  <c:v>08.10.22</c:v>
                </c:pt>
                <c:pt idx="100">
                  <c:v>09.10.22</c:v>
                </c:pt>
                <c:pt idx="101">
                  <c:v>10.10.22</c:v>
                </c:pt>
                <c:pt idx="102">
                  <c:v>11.10.22</c:v>
                </c:pt>
                <c:pt idx="103">
                  <c:v>12.10.22</c:v>
                </c:pt>
                <c:pt idx="104">
                  <c:v>13.10.22</c:v>
                </c:pt>
                <c:pt idx="105">
                  <c:v>14.10.22</c:v>
                </c:pt>
                <c:pt idx="106">
                  <c:v>15.10.22</c:v>
                </c:pt>
                <c:pt idx="107">
                  <c:v>16.10.22</c:v>
                </c:pt>
                <c:pt idx="108">
                  <c:v>17.10.22</c:v>
                </c:pt>
                <c:pt idx="109">
                  <c:v>18.10.22</c:v>
                </c:pt>
                <c:pt idx="110">
                  <c:v>19.10.22</c:v>
                </c:pt>
                <c:pt idx="111">
                  <c:v>20.10.22</c:v>
                </c:pt>
                <c:pt idx="112">
                  <c:v>21.10.22</c:v>
                </c:pt>
                <c:pt idx="113">
                  <c:v>22.10.22</c:v>
                </c:pt>
                <c:pt idx="114">
                  <c:v>23.10.22</c:v>
                </c:pt>
                <c:pt idx="115">
                  <c:v>24.10.22</c:v>
                </c:pt>
                <c:pt idx="116">
                  <c:v>25.10.22</c:v>
                </c:pt>
                <c:pt idx="117">
                  <c:v>26.10.22</c:v>
                </c:pt>
                <c:pt idx="118">
                  <c:v>27.10.22</c:v>
                </c:pt>
                <c:pt idx="119">
                  <c:v>28.10.22</c:v>
                </c:pt>
                <c:pt idx="120">
                  <c:v>29.10.22</c:v>
                </c:pt>
                <c:pt idx="121">
                  <c:v>30.10.22</c:v>
                </c:pt>
                <c:pt idx="122">
                  <c:v>31.10.22</c:v>
                </c:pt>
                <c:pt idx="123">
                  <c:v>01.11.22</c:v>
                </c:pt>
                <c:pt idx="124">
                  <c:v>02.11.22</c:v>
                </c:pt>
                <c:pt idx="125">
                  <c:v>03.11.22</c:v>
                </c:pt>
                <c:pt idx="126">
                  <c:v>04.11.22</c:v>
                </c:pt>
                <c:pt idx="127">
                  <c:v>05.11.22</c:v>
                </c:pt>
                <c:pt idx="128">
                  <c:v>06.11.22</c:v>
                </c:pt>
                <c:pt idx="129">
                  <c:v>07.11.22</c:v>
                </c:pt>
                <c:pt idx="130">
                  <c:v>08.11.22</c:v>
                </c:pt>
                <c:pt idx="131">
                  <c:v>09.11.22</c:v>
                </c:pt>
                <c:pt idx="132">
                  <c:v>10.11.22</c:v>
                </c:pt>
                <c:pt idx="133">
                  <c:v>11.11.22</c:v>
                </c:pt>
                <c:pt idx="134">
                  <c:v>12.11.22</c:v>
                </c:pt>
                <c:pt idx="135">
                  <c:v>13.11.22</c:v>
                </c:pt>
                <c:pt idx="136">
                  <c:v>14.11.22</c:v>
                </c:pt>
                <c:pt idx="137">
                  <c:v>15.11.22</c:v>
                </c:pt>
                <c:pt idx="138">
                  <c:v>16.11.22</c:v>
                </c:pt>
                <c:pt idx="139">
                  <c:v>17.11.22</c:v>
                </c:pt>
                <c:pt idx="140">
                  <c:v>18.11.22</c:v>
                </c:pt>
                <c:pt idx="141">
                  <c:v>19.11.22</c:v>
                </c:pt>
                <c:pt idx="142">
                  <c:v>20.11.22</c:v>
                </c:pt>
                <c:pt idx="143">
                  <c:v>21.11.22</c:v>
                </c:pt>
                <c:pt idx="144">
                  <c:v>22.11.22</c:v>
                </c:pt>
                <c:pt idx="145">
                  <c:v>23.11.22</c:v>
                </c:pt>
                <c:pt idx="146">
                  <c:v>24.11.22</c:v>
                </c:pt>
                <c:pt idx="147">
                  <c:v>25.11.22</c:v>
                </c:pt>
                <c:pt idx="148">
                  <c:v>26.11.22</c:v>
                </c:pt>
                <c:pt idx="149">
                  <c:v>27.11.22</c:v>
                </c:pt>
                <c:pt idx="150">
                  <c:v>28.11.22</c:v>
                </c:pt>
                <c:pt idx="151">
                  <c:v>29.11.22</c:v>
                </c:pt>
                <c:pt idx="152">
                  <c:v>30.11.22</c:v>
                </c:pt>
                <c:pt idx="153">
                  <c:v>01.12.22</c:v>
                </c:pt>
                <c:pt idx="154">
                  <c:v>02.12.22</c:v>
                </c:pt>
                <c:pt idx="155">
                  <c:v>03.12.22</c:v>
                </c:pt>
                <c:pt idx="156">
                  <c:v>04.12.22</c:v>
                </c:pt>
                <c:pt idx="157">
                  <c:v>05.12.22</c:v>
                </c:pt>
                <c:pt idx="158">
                  <c:v>06.12.22</c:v>
                </c:pt>
                <c:pt idx="159">
                  <c:v>07.12.22</c:v>
                </c:pt>
                <c:pt idx="160">
                  <c:v>08.12.22</c:v>
                </c:pt>
                <c:pt idx="161">
                  <c:v>09.12.22</c:v>
                </c:pt>
                <c:pt idx="162">
                  <c:v>10.12.22</c:v>
                </c:pt>
                <c:pt idx="163">
                  <c:v>11.12.22</c:v>
                </c:pt>
                <c:pt idx="164">
                  <c:v>12.12.22</c:v>
                </c:pt>
                <c:pt idx="165">
                  <c:v>13.12.22</c:v>
                </c:pt>
                <c:pt idx="166">
                  <c:v>14.12.22</c:v>
                </c:pt>
                <c:pt idx="167">
                  <c:v>15.12.22</c:v>
                </c:pt>
                <c:pt idx="168">
                  <c:v>16.12.22</c:v>
                </c:pt>
                <c:pt idx="169">
                  <c:v>17.12.22</c:v>
                </c:pt>
                <c:pt idx="170">
                  <c:v>18.12.22</c:v>
                </c:pt>
                <c:pt idx="171">
                  <c:v>19.12.22</c:v>
                </c:pt>
                <c:pt idx="172">
                  <c:v>20.12.22</c:v>
                </c:pt>
                <c:pt idx="173">
                  <c:v>21.12.22</c:v>
                </c:pt>
                <c:pt idx="174">
                  <c:v>22.12.22</c:v>
                </c:pt>
                <c:pt idx="175">
                  <c:v>23.12.22</c:v>
                </c:pt>
                <c:pt idx="176">
                  <c:v>24.12.22</c:v>
                </c:pt>
                <c:pt idx="177">
                  <c:v>25.12.22</c:v>
                </c:pt>
                <c:pt idx="178">
                  <c:v>26.12.22</c:v>
                </c:pt>
                <c:pt idx="179">
                  <c:v>27.12.22</c:v>
                </c:pt>
                <c:pt idx="180">
                  <c:v>28.12.22</c:v>
                </c:pt>
                <c:pt idx="181">
                  <c:v>29.12.22</c:v>
                </c:pt>
                <c:pt idx="182">
                  <c:v>30.12.22</c:v>
                </c:pt>
                <c:pt idx="183">
                  <c:v>31.12.22</c:v>
                </c:pt>
                <c:pt idx="184">
                  <c:v>01.01.23</c:v>
                </c:pt>
                <c:pt idx="185">
                  <c:v>02.01.23</c:v>
                </c:pt>
                <c:pt idx="186">
                  <c:v>03.01.23</c:v>
                </c:pt>
                <c:pt idx="187">
                  <c:v>04.01.23</c:v>
                </c:pt>
                <c:pt idx="188">
                  <c:v>05.01.23</c:v>
                </c:pt>
                <c:pt idx="189">
                  <c:v>06.01.23</c:v>
                </c:pt>
                <c:pt idx="190">
                  <c:v>07.01.23</c:v>
                </c:pt>
                <c:pt idx="191">
                  <c:v>08.01.23</c:v>
                </c:pt>
                <c:pt idx="192">
                  <c:v>09.01.23</c:v>
                </c:pt>
                <c:pt idx="193">
                  <c:v>10.01.23</c:v>
                </c:pt>
                <c:pt idx="194">
                  <c:v>11.01.23</c:v>
                </c:pt>
                <c:pt idx="195">
                  <c:v>12.01.23</c:v>
                </c:pt>
                <c:pt idx="196">
                  <c:v>13.01.23</c:v>
                </c:pt>
                <c:pt idx="197">
                  <c:v>14.01.23</c:v>
                </c:pt>
                <c:pt idx="198">
                  <c:v>15.01.23</c:v>
                </c:pt>
                <c:pt idx="199">
                  <c:v>16.01.23</c:v>
                </c:pt>
                <c:pt idx="200">
                  <c:v>17.01.23</c:v>
                </c:pt>
                <c:pt idx="201">
                  <c:v>18.01.23</c:v>
                </c:pt>
                <c:pt idx="202">
                  <c:v>19.01.23</c:v>
                </c:pt>
                <c:pt idx="203">
                  <c:v>20.01.23</c:v>
                </c:pt>
                <c:pt idx="204">
                  <c:v>21.01.23</c:v>
                </c:pt>
                <c:pt idx="205">
                  <c:v>22.01.23</c:v>
                </c:pt>
                <c:pt idx="206">
                  <c:v>23.01.23</c:v>
                </c:pt>
                <c:pt idx="207">
                  <c:v>24.01.23</c:v>
                </c:pt>
                <c:pt idx="208">
                  <c:v>25.01.23</c:v>
                </c:pt>
                <c:pt idx="209">
                  <c:v>26.01.23</c:v>
                </c:pt>
                <c:pt idx="210">
                  <c:v>27.01.23</c:v>
                </c:pt>
                <c:pt idx="211">
                  <c:v>28.01.23</c:v>
                </c:pt>
                <c:pt idx="212">
                  <c:v>29.01.23</c:v>
                </c:pt>
                <c:pt idx="213">
                  <c:v>30.01.23</c:v>
                </c:pt>
                <c:pt idx="214">
                  <c:v>31.01.23</c:v>
                </c:pt>
                <c:pt idx="215">
                  <c:v>01.02.23</c:v>
                </c:pt>
                <c:pt idx="216">
                  <c:v>02.02.23</c:v>
                </c:pt>
                <c:pt idx="217">
                  <c:v>03.02.23</c:v>
                </c:pt>
                <c:pt idx="218">
                  <c:v>04.02.23</c:v>
                </c:pt>
                <c:pt idx="219">
                  <c:v>05.02.23</c:v>
                </c:pt>
                <c:pt idx="220">
                  <c:v>06.02.23</c:v>
                </c:pt>
                <c:pt idx="221">
                  <c:v>07.02.23</c:v>
                </c:pt>
                <c:pt idx="222">
                  <c:v>08.02.23</c:v>
                </c:pt>
                <c:pt idx="223">
                  <c:v>09.02.23</c:v>
                </c:pt>
                <c:pt idx="224">
                  <c:v>10.02.23</c:v>
                </c:pt>
                <c:pt idx="225">
                  <c:v>11.02.23</c:v>
                </c:pt>
                <c:pt idx="226">
                  <c:v>12.02.23</c:v>
                </c:pt>
                <c:pt idx="227">
                  <c:v>13.02.23</c:v>
                </c:pt>
                <c:pt idx="228">
                  <c:v>14.02.23</c:v>
                </c:pt>
                <c:pt idx="229">
                  <c:v>15.02.23</c:v>
                </c:pt>
                <c:pt idx="230">
                  <c:v>16.02.23</c:v>
                </c:pt>
                <c:pt idx="231">
                  <c:v>17.02.23</c:v>
                </c:pt>
                <c:pt idx="232">
                  <c:v>18.02.23</c:v>
                </c:pt>
                <c:pt idx="233">
                  <c:v>19.02.23</c:v>
                </c:pt>
                <c:pt idx="234">
                  <c:v>20.02.23</c:v>
                </c:pt>
                <c:pt idx="235">
                  <c:v>21.02.23</c:v>
                </c:pt>
                <c:pt idx="236">
                  <c:v>22.02.23</c:v>
                </c:pt>
                <c:pt idx="237">
                  <c:v>23.02.23</c:v>
                </c:pt>
                <c:pt idx="238">
                  <c:v>24.02.23</c:v>
                </c:pt>
                <c:pt idx="239">
                  <c:v>25.02.23</c:v>
                </c:pt>
                <c:pt idx="240">
                  <c:v>26.02.23</c:v>
                </c:pt>
                <c:pt idx="241">
                  <c:v>27.02.23</c:v>
                </c:pt>
                <c:pt idx="242">
                  <c:v>28.02.23</c:v>
                </c:pt>
                <c:pt idx="243">
                  <c:v>01.03.23</c:v>
                </c:pt>
                <c:pt idx="244">
                  <c:v>02.03.23</c:v>
                </c:pt>
                <c:pt idx="245">
                  <c:v>03.03.23</c:v>
                </c:pt>
                <c:pt idx="246">
                  <c:v>04.03.23</c:v>
                </c:pt>
                <c:pt idx="247">
                  <c:v>05.03.23</c:v>
                </c:pt>
                <c:pt idx="248">
                  <c:v>06.03.23</c:v>
                </c:pt>
                <c:pt idx="249">
                  <c:v>07.03.23</c:v>
                </c:pt>
                <c:pt idx="250">
                  <c:v>08.03.23</c:v>
                </c:pt>
                <c:pt idx="251">
                  <c:v>09.03.23</c:v>
                </c:pt>
                <c:pt idx="252">
                  <c:v>10.03.23</c:v>
                </c:pt>
                <c:pt idx="253">
                  <c:v>11.03.23</c:v>
                </c:pt>
                <c:pt idx="254">
                  <c:v>12.03.23</c:v>
                </c:pt>
                <c:pt idx="255">
                  <c:v>13.03.23</c:v>
                </c:pt>
                <c:pt idx="256">
                  <c:v>14.03.23</c:v>
                </c:pt>
                <c:pt idx="257">
                  <c:v>15.03.23</c:v>
                </c:pt>
                <c:pt idx="258">
                  <c:v>16.03.23</c:v>
                </c:pt>
                <c:pt idx="259">
                  <c:v>17.03.23</c:v>
                </c:pt>
                <c:pt idx="260">
                  <c:v>18.03.23</c:v>
                </c:pt>
                <c:pt idx="261">
                  <c:v>19.03.23</c:v>
                </c:pt>
                <c:pt idx="262">
                  <c:v>20.03.23</c:v>
                </c:pt>
                <c:pt idx="263">
                  <c:v>21.03.23</c:v>
                </c:pt>
                <c:pt idx="264">
                  <c:v>22.03.23</c:v>
                </c:pt>
                <c:pt idx="265">
                  <c:v>23.03.23</c:v>
                </c:pt>
                <c:pt idx="266">
                  <c:v>24.03.23</c:v>
                </c:pt>
                <c:pt idx="267">
                  <c:v>25.03.23</c:v>
                </c:pt>
                <c:pt idx="268">
                  <c:v>26.03.23</c:v>
                </c:pt>
                <c:pt idx="269">
                  <c:v>27.03.23</c:v>
                </c:pt>
                <c:pt idx="270">
                  <c:v>28.03.23</c:v>
                </c:pt>
                <c:pt idx="271">
                  <c:v>29.03.23</c:v>
                </c:pt>
                <c:pt idx="272">
                  <c:v>30.03.23</c:v>
                </c:pt>
                <c:pt idx="273">
                  <c:v>31.03.23</c:v>
                </c:pt>
                <c:pt idx="274">
                  <c:v>01.04.23</c:v>
                </c:pt>
                <c:pt idx="275">
                  <c:v>02.04.23</c:v>
                </c:pt>
                <c:pt idx="276">
                  <c:v>03.04.23</c:v>
                </c:pt>
                <c:pt idx="277">
                  <c:v>04.04.23</c:v>
                </c:pt>
                <c:pt idx="278">
                  <c:v>05.04.23</c:v>
                </c:pt>
                <c:pt idx="279">
                  <c:v>06.04.23</c:v>
                </c:pt>
                <c:pt idx="280">
                  <c:v>07.04.23</c:v>
                </c:pt>
                <c:pt idx="281">
                  <c:v>08.04.23</c:v>
                </c:pt>
                <c:pt idx="282">
                  <c:v>09.04.23</c:v>
                </c:pt>
                <c:pt idx="283">
                  <c:v>10.04.23</c:v>
                </c:pt>
                <c:pt idx="284">
                  <c:v>11.04.23</c:v>
                </c:pt>
                <c:pt idx="285">
                  <c:v>12.04.23</c:v>
                </c:pt>
                <c:pt idx="286">
                  <c:v>13.04.23</c:v>
                </c:pt>
                <c:pt idx="287">
                  <c:v>14.04.23</c:v>
                </c:pt>
                <c:pt idx="288">
                  <c:v>15.04.23</c:v>
                </c:pt>
                <c:pt idx="289">
                  <c:v>16.04.23</c:v>
                </c:pt>
                <c:pt idx="290">
                  <c:v>17.04.23</c:v>
                </c:pt>
                <c:pt idx="291">
                  <c:v>18.04.23</c:v>
                </c:pt>
                <c:pt idx="292">
                  <c:v>19.04.23</c:v>
                </c:pt>
                <c:pt idx="293">
                  <c:v>20.04.23</c:v>
                </c:pt>
                <c:pt idx="294">
                  <c:v>21.04.23</c:v>
                </c:pt>
                <c:pt idx="295">
                  <c:v>22.04.23</c:v>
                </c:pt>
                <c:pt idx="296">
                  <c:v>23.04.23</c:v>
                </c:pt>
                <c:pt idx="297">
                  <c:v>24.04.23</c:v>
                </c:pt>
                <c:pt idx="298">
                  <c:v>25.04.23</c:v>
                </c:pt>
                <c:pt idx="299">
                  <c:v>26.04.23</c:v>
                </c:pt>
                <c:pt idx="300">
                  <c:v>27.04.23</c:v>
                </c:pt>
                <c:pt idx="301">
                  <c:v>28.04.23</c:v>
                </c:pt>
                <c:pt idx="302">
                  <c:v>29.04.23</c:v>
                </c:pt>
                <c:pt idx="303">
                  <c:v>30.04.23</c:v>
                </c:pt>
              </c:strCache>
            </c:strRef>
          </c:cat>
          <c:val>
            <c:numRef>
              <c:f>DAU!$F$2:$F$304</c:f>
              <c:numCache>
                <c:formatCode>General</c:formatCode>
                <c:ptCount val="303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193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366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378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393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426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390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536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696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1544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  <c:pt idx="302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F9-4CC3-A0BA-B89341CF0B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5256415"/>
        <c:axId val="505272255"/>
      </c:lineChart>
      <c:dateAx>
        <c:axId val="505256415"/>
        <c:scaling>
          <c:orientation val="minMax"/>
        </c:scaling>
        <c:delete val="0"/>
        <c:axPos val="b"/>
        <c:numFmt formatCode="dd/mm/yy;@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30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05272255"/>
        <c:crosses val="autoZero"/>
        <c:auto val="0"/>
        <c:lblOffset val="100"/>
        <c:baseTimeUnit val="days"/>
      </c:dateAx>
      <c:valAx>
        <c:axId val="505272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05256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коэффициентов </a:t>
            </a:r>
            <a:r>
              <a:rPr lang="en-US"/>
              <a:t>SFW </a:t>
            </a:r>
            <a:r>
              <a:rPr lang="ru-RU"/>
              <a:t>и </a:t>
            </a:r>
            <a:r>
              <a:rPr lang="en-US"/>
              <a:t>SFM</a:t>
            </a:r>
            <a:endParaRPr lang="ru-RU"/>
          </a:p>
        </c:rich>
      </c:tx>
      <c:layout>
        <c:manualLayout>
          <c:xMode val="edge"/>
          <c:yMode val="edge"/>
          <c:x val="0.3726223157387164"/>
          <c:y val="1.2936610608020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DAU!$G$1</c:f>
              <c:strCache>
                <c:ptCount val="1"/>
                <c:pt idx="0">
                  <c:v>SFW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DAU!$C$4:$C$304</c:f>
              <c:numCache>
                <c:formatCode>dd/mm/yy;@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DAU!$G$4:$G$304</c:f>
              <c:numCache>
                <c:formatCode>0.000</c:formatCode>
                <c:ptCount val="301"/>
                <c:pt idx="0">
                  <c:v>8.4745762711864403E-2</c:v>
                </c:pt>
                <c:pt idx="1">
                  <c:v>0.16949152542372881</c:v>
                </c:pt>
                <c:pt idx="2">
                  <c:v>8.4745762711864403E-2</c:v>
                </c:pt>
                <c:pt idx="3">
                  <c:v>0.22033898305084745</c:v>
                </c:pt>
                <c:pt idx="4">
                  <c:v>0.3728813559322034</c:v>
                </c:pt>
                <c:pt idx="5">
                  <c:v>0.3728813559322034</c:v>
                </c:pt>
                <c:pt idx="6">
                  <c:v>0.44067796610169491</c:v>
                </c:pt>
                <c:pt idx="7">
                  <c:v>0.25</c:v>
                </c:pt>
                <c:pt idx="8">
                  <c:v>0.2608695652173913</c:v>
                </c:pt>
                <c:pt idx="9">
                  <c:v>0.32608695652173914</c:v>
                </c:pt>
                <c:pt idx="10">
                  <c:v>0.34782608695652173</c:v>
                </c:pt>
                <c:pt idx="11">
                  <c:v>0.27173913043478259</c:v>
                </c:pt>
                <c:pt idx="12">
                  <c:v>0.36956521739130432</c:v>
                </c:pt>
                <c:pt idx="13">
                  <c:v>0.42391304347826086</c:v>
                </c:pt>
                <c:pt idx="14">
                  <c:v>0.16541353383458646</c:v>
                </c:pt>
                <c:pt idx="15">
                  <c:v>0.2857142857142857</c:v>
                </c:pt>
                <c:pt idx="16">
                  <c:v>0.25563909774436089</c:v>
                </c:pt>
                <c:pt idx="17">
                  <c:v>0.37593984962406013</c:v>
                </c:pt>
                <c:pt idx="18">
                  <c:v>0.32330827067669171</c:v>
                </c:pt>
                <c:pt idx="19">
                  <c:v>0.32330827067669171</c:v>
                </c:pt>
                <c:pt idx="20">
                  <c:v>0.39849624060150374</c:v>
                </c:pt>
                <c:pt idx="21">
                  <c:v>0.34426229508196721</c:v>
                </c:pt>
                <c:pt idx="22">
                  <c:v>0.26229508196721313</c:v>
                </c:pt>
                <c:pt idx="23">
                  <c:v>0.32240437158469948</c:v>
                </c:pt>
                <c:pt idx="24">
                  <c:v>0.32240437158469948</c:v>
                </c:pt>
                <c:pt idx="25">
                  <c:v>0.33333333333333331</c:v>
                </c:pt>
                <c:pt idx="26">
                  <c:v>0.34972677595628415</c:v>
                </c:pt>
                <c:pt idx="27">
                  <c:v>0.34972677595628415</c:v>
                </c:pt>
                <c:pt idx="28">
                  <c:v>0.25742574257425743</c:v>
                </c:pt>
                <c:pt idx="29">
                  <c:v>0.30693069306930693</c:v>
                </c:pt>
                <c:pt idx="30">
                  <c:v>0.2722772277227723</c:v>
                </c:pt>
                <c:pt idx="31">
                  <c:v>0.29702970297029702</c:v>
                </c:pt>
                <c:pt idx="32">
                  <c:v>0.25742574257425743</c:v>
                </c:pt>
                <c:pt idx="33">
                  <c:v>0.30693069306930693</c:v>
                </c:pt>
                <c:pt idx="34">
                  <c:v>0.29207920792079206</c:v>
                </c:pt>
                <c:pt idx="35">
                  <c:v>0.30051813471502592</c:v>
                </c:pt>
                <c:pt idx="36">
                  <c:v>0.27461139896373055</c:v>
                </c:pt>
                <c:pt idx="37">
                  <c:v>0.28497409326424872</c:v>
                </c:pt>
                <c:pt idx="38">
                  <c:v>0.33678756476683935</c:v>
                </c:pt>
                <c:pt idx="39">
                  <c:v>0.27979274611398963</c:v>
                </c:pt>
                <c:pt idx="40">
                  <c:v>0.38341968911917096</c:v>
                </c:pt>
                <c:pt idx="41">
                  <c:v>0.30569948186528495</c:v>
                </c:pt>
                <c:pt idx="42">
                  <c:v>0.26865671641791045</c:v>
                </c:pt>
                <c:pt idx="43">
                  <c:v>0.3383084577114428</c:v>
                </c:pt>
                <c:pt idx="44">
                  <c:v>0.29353233830845771</c:v>
                </c:pt>
                <c:pt idx="45">
                  <c:v>0.30348258706467662</c:v>
                </c:pt>
                <c:pt idx="46">
                  <c:v>0.28855721393034828</c:v>
                </c:pt>
                <c:pt idx="47">
                  <c:v>0.33333333333333331</c:v>
                </c:pt>
                <c:pt idx="48">
                  <c:v>0.30845771144278605</c:v>
                </c:pt>
                <c:pt idx="49">
                  <c:v>0.25728155339805825</c:v>
                </c:pt>
                <c:pt idx="50">
                  <c:v>0.29126213592233008</c:v>
                </c:pt>
                <c:pt idx="51">
                  <c:v>0.32524271844660196</c:v>
                </c:pt>
                <c:pt idx="52">
                  <c:v>0.32524271844660196</c:v>
                </c:pt>
                <c:pt idx="53">
                  <c:v>0.29611650485436891</c:v>
                </c:pt>
                <c:pt idx="54">
                  <c:v>0.30582524271844658</c:v>
                </c:pt>
                <c:pt idx="55">
                  <c:v>0.29611650485436891</c:v>
                </c:pt>
                <c:pt idx="56">
                  <c:v>0.28125</c:v>
                </c:pt>
                <c:pt idx="57">
                  <c:v>0.375</c:v>
                </c:pt>
                <c:pt idx="58">
                  <c:v>0.28125</c:v>
                </c:pt>
                <c:pt idx="59">
                  <c:v>0.34375</c:v>
                </c:pt>
                <c:pt idx="60">
                  <c:v>0.31770833333333331</c:v>
                </c:pt>
                <c:pt idx="61">
                  <c:v>0.30208333333333331</c:v>
                </c:pt>
                <c:pt idx="62">
                  <c:v>0.33333333333333331</c:v>
                </c:pt>
                <c:pt idx="63">
                  <c:v>0.31632653061224492</c:v>
                </c:pt>
                <c:pt idx="64">
                  <c:v>0.23469387755102042</c:v>
                </c:pt>
                <c:pt idx="65">
                  <c:v>0.25</c:v>
                </c:pt>
                <c:pt idx="66">
                  <c:v>0.30102040816326531</c:v>
                </c:pt>
                <c:pt idx="67">
                  <c:v>0.30612244897959184</c:v>
                </c:pt>
                <c:pt idx="68">
                  <c:v>0.27040816326530615</c:v>
                </c:pt>
                <c:pt idx="69">
                  <c:v>0.31122448979591838</c:v>
                </c:pt>
                <c:pt idx="70">
                  <c:v>0.28292682926829266</c:v>
                </c:pt>
                <c:pt idx="71">
                  <c:v>0.31219512195121951</c:v>
                </c:pt>
                <c:pt idx="72">
                  <c:v>0.31707317073170732</c:v>
                </c:pt>
                <c:pt idx="73">
                  <c:v>0.36097560975609755</c:v>
                </c:pt>
                <c:pt idx="74">
                  <c:v>0.28292682926829266</c:v>
                </c:pt>
                <c:pt idx="75">
                  <c:v>0.30243902439024389</c:v>
                </c:pt>
                <c:pt idx="76">
                  <c:v>0.33658536585365856</c:v>
                </c:pt>
                <c:pt idx="77">
                  <c:v>0.30985915492957744</c:v>
                </c:pt>
                <c:pt idx="78">
                  <c:v>0.31455399061032863</c:v>
                </c:pt>
                <c:pt idx="79">
                  <c:v>0.33333333333333331</c:v>
                </c:pt>
                <c:pt idx="80">
                  <c:v>0.31455399061032863</c:v>
                </c:pt>
                <c:pt idx="81">
                  <c:v>0.25821596244131456</c:v>
                </c:pt>
                <c:pt idx="82">
                  <c:v>0.27230046948356806</c:v>
                </c:pt>
                <c:pt idx="83">
                  <c:v>0.34272300469483569</c:v>
                </c:pt>
                <c:pt idx="84">
                  <c:v>0.27884615384615385</c:v>
                </c:pt>
                <c:pt idx="85">
                  <c:v>0.36538461538461536</c:v>
                </c:pt>
                <c:pt idx="86">
                  <c:v>0.29807692307692307</c:v>
                </c:pt>
                <c:pt idx="87">
                  <c:v>0.31730769230769229</c:v>
                </c:pt>
                <c:pt idx="88">
                  <c:v>0.28365384615384615</c:v>
                </c:pt>
                <c:pt idx="89">
                  <c:v>0.29326923076923078</c:v>
                </c:pt>
                <c:pt idx="90">
                  <c:v>0.25</c:v>
                </c:pt>
                <c:pt idx="91">
                  <c:v>0.33333333333333331</c:v>
                </c:pt>
                <c:pt idx="92">
                  <c:v>0.33816425120772947</c:v>
                </c:pt>
                <c:pt idx="93">
                  <c:v>0.21739130434782608</c:v>
                </c:pt>
                <c:pt idx="94">
                  <c:v>0.3719806763285024</c:v>
                </c:pt>
                <c:pt idx="95">
                  <c:v>0.29468599033816423</c:v>
                </c:pt>
                <c:pt idx="96">
                  <c:v>0.27053140096618356</c:v>
                </c:pt>
                <c:pt idx="97">
                  <c:v>0.3188405797101449</c:v>
                </c:pt>
                <c:pt idx="98">
                  <c:v>0.25</c:v>
                </c:pt>
                <c:pt idx="99">
                  <c:v>0.28921568627450983</c:v>
                </c:pt>
                <c:pt idx="100">
                  <c:v>0.31862745098039214</c:v>
                </c:pt>
                <c:pt idx="101">
                  <c:v>0.25980392156862747</c:v>
                </c:pt>
                <c:pt idx="102">
                  <c:v>0.35294117647058826</c:v>
                </c:pt>
                <c:pt idx="103">
                  <c:v>0.30392156862745096</c:v>
                </c:pt>
                <c:pt idx="104">
                  <c:v>0.30392156862745096</c:v>
                </c:pt>
                <c:pt idx="105">
                  <c:v>0.34825870646766172</c:v>
                </c:pt>
                <c:pt idx="106">
                  <c:v>0.30845771144278605</c:v>
                </c:pt>
                <c:pt idx="107">
                  <c:v>0.4079601990049751</c:v>
                </c:pt>
                <c:pt idx="108">
                  <c:v>0.25870646766169153</c:v>
                </c:pt>
                <c:pt idx="109">
                  <c:v>0.32338308457711445</c:v>
                </c:pt>
                <c:pt idx="110">
                  <c:v>0.31840796019900497</c:v>
                </c:pt>
                <c:pt idx="111">
                  <c:v>0.28358208955223879</c:v>
                </c:pt>
                <c:pt idx="112">
                  <c:v>0.27230046948356806</c:v>
                </c:pt>
                <c:pt idx="113">
                  <c:v>0.30985915492957744</c:v>
                </c:pt>
                <c:pt idx="114">
                  <c:v>0.28169014084507044</c:v>
                </c:pt>
                <c:pt idx="115">
                  <c:v>0.25821596244131456</c:v>
                </c:pt>
                <c:pt idx="116">
                  <c:v>0.30516431924882631</c:v>
                </c:pt>
                <c:pt idx="117">
                  <c:v>0.25352112676056338</c:v>
                </c:pt>
                <c:pt idx="118">
                  <c:v>0.30985915492957744</c:v>
                </c:pt>
                <c:pt idx="119">
                  <c:v>0.3364485981308411</c:v>
                </c:pt>
                <c:pt idx="120">
                  <c:v>0.27102803738317754</c:v>
                </c:pt>
                <c:pt idx="121">
                  <c:v>0.2570093457943925</c:v>
                </c:pt>
                <c:pt idx="122">
                  <c:v>0.26168224299065418</c:v>
                </c:pt>
                <c:pt idx="123">
                  <c:v>0.29439252336448596</c:v>
                </c:pt>
                <c:pt idx="124">
                  <c:v>0.32242990654205606</c:v>
                </c:pt>
                <c:pt idx="125">
                  <c:v>0.28971962616822428</c:v>
                </c:pt>
                <c:pt idx="126">
                  <c:v>0.29556650246305421</c:v>
                </c:pt>
                <c:pt idx="127">
                  <c:v>0.29556650246305421</c:v>
                </c:pt>
                <c:pt idx="128">
                  <c:v>0.29556650246305421</c:v>
                </c:pt>
                <c:pt idx="129">
                  <c:v>0.27093596059113301</c:v>
                </c:pt>
                <c:pt idx="130">
                  <c:v>0.30541871921182268</c:v>
                </c:pt>
                <c:pt idx="131">
                  <c:v>0.26108374384236455</c:v>
                </c:pt>
                <c:pt idx="132">
                  <c:v>0.26600985221674878</c:v>
                </c:pt>
                <c:pt idx="133">
                  <c:v>0.22772277227722773</c:v>
                </c:pt>
                <c:pt idx="134">
                  <c:v>0.2722772277227723</c:v>
                </c:pt>
                <c:pt idx="135">
                  <c:v>0.25247524752475248</c:v>
                </c:pt>
                <c:pt idx="136">
                  <c:v>0.28712871287128711</c:v>
                </c:pt>
                <c:pt idx="137">
                  <c:v>0.25247524752475248</c:v>
                </c:pt>
                <c:pt idx="138">
                  <c:v>0.19801980198019803</c:v>
                </c:pt>
                <c:pt idx="139">
                  <c:v>0.24752475247524752</c:v>
                </c:pt>
                <c:pt idx="140">
                  <c:v>0.20359281437125748</c:v>
                </c:pt>
                <c:pt idx="141">
                  <c:v>0.24550898203592814</c:v>
                </c:pt>
                <c:pt idx="142">
                  <c:v>0.23353293413173654</c:v>
                </c:pt>
                <c:pt idx="143">
                  <c:v>0.19161676646706588</c:v>
                </c:pt>
                <c:pt idx="144">
                  <c:v>0.19161676646706588</c:v>
                </c:pt>
                <c:pt idx="145">
                  <c:v>0.18562874251497005</c:v>
                </c:pt>
                <c:pt idx="146">
                  <c:v>0.20958083832335328</c:v>
                </c:pt>
                <c:pt idx="147">
                  <c:v>0.20382165605095542</c:v>
                </c:pt>
                <c:pt idx="148">
                  <c:v>0.1464968152866242</c:v>
                </c:pt>
                <c:pt idx="149">
                  <c:v>0.22292993630573249</c:v>
                </c:pt>
                <c:pt idx="150">
                  <c:v>0.20382165605095542</c:v>
                </c:pt>
                <c:pt idx="151">
                  <c:v>0.15923566878980891</c:v>
                </c:pt>
                <c:pt idx="152">
                  <c:v>0.12101910828025478</c:v>
                </c:pt>
                <c:pt idx="153">
                  <c:v>0.19108280254777071</c:v>
                </c:pt>
                <c:pt idx="154">
                  <c:v>0.14743589743589744</c:v>
                </c:pt>
                <c:pt idx="155">
                  <c:v>0.20512820512820512</c:v>
                </c:pt>
                <c:pt idx="156">
                  <c:v>0.22435897435897437</c:v>
                </c:pt>
                <c:pt idx="157">
                  <c:v>0.1858974358974359</c:v>
                </c:pt>
                <c:pt idx="158">
                  <c:v>0.23076923076923078</c:v>
                </c:pt>
                <c:pt idx="159">
                  <c:v>0.19230769230769232</c:v>
                </c:pt>
                <c:pt idx="160">
                  <c:v>0.16025641025641027</c:v>
                </c:pt>
                <c:pt idx="161">
                  <c:v>0.20261437908496732</c:v>
                </c:pt>
                <c:pt idx="162">
                  <c:v>0.22222222222222221</c:v>
                </c:pt>
                <c:pt idx="163">
                  <c:v>0.1437908496732026</c:v>
                </c:pt>
                <c:pt idx="164">
                  <c:v>0.16993464052287582</c:v>
                </c:pt>
                <c:pt idx="165">
                  <c:v>0.17647058823529413</c:v>
                </c:pt>
                <c:pt idx="166">
                  <c:v>0.18300653594771241</c:v>
                </c:pt>
                <c:pt idx="167">
                  <c:v>0.13071895424836602</c:v>
                </c:pt>
                <c:pt idx="168">
                  <c:v>0.22068965517241379</c:v>
                </c:pt>
                <c:pt idx="169">
                  <c:v>0.19310344827586207</c:v>
                </c:pt>
                <c:pt idx="170">
                  <c:v>0.19310344827586207</c:v>
                </c:pt>
                <c:pt idx="171">
                  <c:v>0.2</c:v>
                </c:pt>
                <c:pt idx="172">
                  <c:v>0.24827586206896551</c:v>
                </c:pt>
                <c:pt idx="173">
                  <c:v>0.16551724137931034</c:v>
                </c:pt>
                <c:pt idx="174">
                  <c:v>0.22758620689655173</c:v>
                </c:pt>
                <c:pt idx="175">
                  <c:v>0.18439716312056736</c:v>
                </c:pt>
                <c:pt idx="176">
                  <c:v>0.1702127659574468</c:v>
                </c:pt>
                <c:pt idx="177">
                  <c:v>0.22695035460992907</c:v>
                </c:pt>
                <c:pt idx="178">
                  <c:v>0.20567375886524822</c:v>
                </c:pt>
                <c:pt idx="179">
                  <c:v>0.15602836879432624</c:v>
                </c:pt>
                <c:pt idx="180">
                  <c:v>0.26241134751773049</c:v>
                </c:pt>
                <c:pt idx="181">
                  <c:v>0.1702127659574468</c:v>
                </c:pt>
                <c:pt idx="182">
                  <c:v>0.18421052631578946</c:v>
                </c:pt>
                <c:pt idx="183">
                  <c:v>0.21052631578947367</c:v>
                </c:pt>
                <c:pt idx="184">
                  <c:v>0.24210526315789474</c:v>
                </c:pt>
                <c:pt idx="185">
                  <c:v>0.18947368421052632</c:v>
                </c:pt>
                <c:pt idx="186">
                  <c:v>0.24210526315789474</c:v>
                </c:pt>
                <c:pt idx="187">
                  <c:v>0.18421052631578946</c:v>
                </c:pt>
                <c:pt idx="188">
                  <c:v>0.27894736842105261</c:v>
                </c:pt>
                <c:pt idx="189">
                  <c:v>0.22746781115879827</c:v>
                </c:pt>
                <c:pt idx="190">
                  <c:v>0.22317596566523606</c:v>
                </c:pt>
                <c:pt idx="191">
                  <c:v>0.27896995708154504</c:v>
                </c:pt>
                <c:pt idx="192">
                  <c:v>0.22317596566523606</c:v>
                </c:pt>
                <c:pt idx="193">
                  <c:v>0.26609442060085836</c:v>
                </c:pt>
                <c:pt idx="194">
                  <c:v>0.33047210300429186</c:v>
                </c:pt>
                <c:pt idx="195">
                  <c:v>0.26180257510729615</c:v>
                </c:pt>
                <c:pt idx="196">
                  <c:v>0.25735294117647056</c:v>
                </c:pt>
                <c:pt idx="197">
                  <c:v>0.24264705882352941</c:v>
                </c:pt>
                <c:pt idx="198">
                  <c:v>0.26838235294117646</c:v>
                </c:pt>
                <c:pt idx="199">
                  <c:v>0.26838235294117646</c:v>
                </c:pt>
                <c:pt idx="200">
                  <c:v>0.29411764705882354</c:v>
                </c:pt>
                <c:pt idx="201">
                  <c:v>0.27573529411764708</c:v>
                </c:pt>
                <c:pt idx="202">
                  <c:v>0.33088235294117646</c:v>
                </c:pt>
                <c:pt idx="203">
                  <c:v>0.26440677966101694</c:v>
                </c:pt>
                <c:pt idx="204">
                  <c:v>0.30508474576271188</c:v>
                </c:pt>
                <c:pt idx="205">
                  <c:v>0.29830508474576273</c:v>
                </c:pt>
                <c:pt idx="206">
                  <c:v>0.28135593220338984</c:v>
                </c:pt>
                <c:pt idx="207">
                  <c:v>0.31186440677966104</c:v>
                </c:pt>
                <c:pt idx="208">
                  <c:v>0.33559322033898303</c:v>
                </c:pt>
                <c:pt idx="209">
                  <c:v>0.31525423728813562</c:v>
                </c:pt>
                <c:pt idx="210">
                  <c:v>0.33236994219653176</c:v>
                </c:pt>
                <c:pt idx="211">
                  <c:v>0.31213872832369943</c:v>
                </c:pt>
                <c:pt idx="212">
                  <c:v>0.32369942196531792</c:v>
                </c:pt>
                <c:pt idx="213">
                  <c:v>0.24855491329479767</c:v>
                </c:pt>
                <c:pt idx="214">
                  <c:v>0.2832369942196532</c:v>
                </c:pt>
                <c:pt idx="215">
                  <c:v>0.28901734104046245</c:v>
                </c:pt>
                <c:pt idx="216">
                  <c:v>0.27456647398843931</c:v>
                </c:pt>
                <c:pt idx="217">
                  <c:v>0.28823529411764703</c:v>
                </c:pt>
                <c:pt idx="218">
                  <c:v>0.26470588235294118</c:v>
                </c:pt>
                <c:pt idx="219">
                  <c:v>0.31470588235294117</c:v>
                </c:pt>
                <c:pt idx="220">
                  <c:v>0.29705882352941176</c:v>
                </c:pt>
                <c:pt idx="221">
                  <c:v>0.30588235294117649</c:v>
                </c:pt>
                <c:pt idx="222">
                  <c:v>0.28823529411764703</c:v>
                </c:pt>
                <c:pt idx="223">
                  <c:v>0.29705882352941176</c:v>
                </c:pt>
                <c:pt idx="224">
                  <c:v>0.27089337175792505</c:v>
                </c:pt>
                <c:pt idx="225">
                  <c:v>0.31123919308357351</c:v>
                </c:pt>
                <c:pt idx="226">
                  <c:v>0.29682997118155618</c:v>
                </c:pt>
                <c:pt idx="227">
                  <c:v>0.2737752161383285</c:v>
                </c:pt>
                <c:pt idx="228">
                  <c:v>0.30835734870317005</c:v>
                </c:pt>
                <c:pt idx="229">
                  <c:v>0.33429394812680113</c:v>
                </c:pt>
                <c:pt idx="230">
                  <c:v>0.31412103746397696</c:v>
                </c:pt>
                <c:pt idx="231">
                  <c:v>0.21875</c:v>
                </c:pt>
                <c:pt idx="232">
                  <c:v>0.25520833333333331</c:v>
                </c:pt>
                <c:pt idx="233">
                  <c:v>0.29947916666666669</c:v>
                </c:pt>
                <c:pt idx="234">
                  <c:v>0.24739583333333334</c:v>
                </c:pt>
                <c:pt idx="235">
                  <c:v>0.27604166666666669</c:v>
                </c:pt>
                <c:pt idx="236">
                  <c:v>0.30729166666666669</c:v>
                </c:pt>
                <c:pt idx="237">
                  <c:v>0.33072916666666669</c:v>
                </c:pt>
                <c:pt idx="238">
                  <c:v>0.1702127659574468</c:v>
                </c:pt>
                <c:pt idx="239">
                  <c:v>0.2144026186579378</c:v>
                </c:pt>
                <c:pt idx="240">
                  <c:v>0.21276595744680851</c:v>
                </c:pt>
                <c:pt idx="241">
                  <c:v>0.22585924713584288</c:v>
                </c:pt>
                <c:pt idx="242">
                  <c:v>0.27332242225859249</c:v>
                </c:pt>
                <c:pt idx="243">
                  <c:v>0.27823240589198034</c:v>
                </c:pt>
                <c:pt idx="244">
                  <c:v>0.27004909983633391</c:v>
                </c:pt>
                <c:pt idx="245">
                  <c:v>0.20926966292134833</c:v>
                </c:pt>
                <c:pt idx="246">
                  <c:v>0.21207865168539325</c:v>
                </c:pt>
                <c:pt idx="247">
                  <c:v>0.24297752808988765</c:v>
                </c:pt>
                <c:pt idx="248">
                  <c:v>0.21067415730337077</c:v>
                </c:pt>
                <c:pt idx="249">
                  <c:v>0.22752808988764045</c:v>
                </c:pt>
                <c:pt idx="250">
                  <c:v>0.24578651685393257</c:v>
                </c:pt>
                <c:pt idx="251">
                  <c:v>0.24719101123595505</c:v>
                </c:pt>
                <c:pt idx="252">
                  <c:v>0.23316062176165803</c:v>
                </c:pt>
                <c:pt idx="253">
                  <c:v>0.21761658031088082</c:v>
                </c:pt>
                <c:pt idx="254">
                  <c:v>0.23963730569948186</c:v>
                </c:pt>
                <c:pt idx="255">
                  <c:v>0.2344559585492228</c:v>
                </c:pt>
                <c:pt idx="256">
                  <c:v>0.22279792746113988</c:v>
                </c:pt>
                <c:pt idx="257">
                  <c:v>0.2422279792746114</c:v>
                </c:pt>
                <c:pt idx="258">
                  <c:v>0.28238341968911918</c:v>
                </c:pt>
                <c:pt idx="259">
                  <c:v>0.28048780487804881</c:v>
                </c:pt>
                <c:pt idx="260">
                  <c:v>0.29573170731707316</c:v>
                </c:pt>
                <c:pt idx="261">
                  <c:v>0.19969512195121952</c:v>
                </c:pt>
                <c:pt idx="262">
                  <c:v>0.26829268292682928</c:v>
                </c:pt>
                <c:pt idx="263">
                  <c:v>0.2073170731707317</c:v>
                </c:pt>
                <c:pt idx="264">
                  <c:v>0.23323170731707318</c:v>
                </c:pt>
                <c:pt idx="265">
                  <c:v>0.2423780487804878</c:v>
                </c:pt>
                <c:pt idx="266">
                  <c:v>0.21633888048411498</c:v>
                </c:pt>
                <c:pt idx="267">
                  <c:v>0.23600605143721634</c:v>
                </c:pt>
                <c:pt idx="268">
                  <c:v>0.22844175491679275</c:v>
                </c:pt>
                <c:pt idx="269">
                  <c:v>0.22390317700453857</c:v>
                </c:pt>
                <c:pt idx="270">
                  <c:v>0.2783661119515885</c:v>
                </c:pt>
                <c:pt idx="271">
                  <c:v>0.30862329803328292</c:v>
                </c:pt>
                <c:pt idx="272">
                  <c:v>0.32526475037821484</c:v>
                </c:pt>
                <c:pt idx="273">
                  <c:v>0.2832618025751073</c:v>
                </c:pt>
                <c:pt idx="274">
                  <c:v>0.28469241773962806</c:v>
                </c:pt>
                <c:pt idx="275">
                  <c:v>0.26895565092989987</c:v>
                </c:pt>
                <c:pt idx="276">
                  <c:v>0.28183118741058655</c:v>
                </c:pt>
                <c:pt idx="277">
                  <c:v>0.27467811158798283</c:v>
                </c:pt>
                <c:pt idx="278">
                  <c:v>0.28612303290414881</c:v>
                </c:pt>
                <c:pt idx="279">
                  <c:v>0.27467811158798283</c:v>
                </c:pt>
                <c:pt idx="280">
                  <c:v>0.28013029315960913</c:v>
                </c:pt>
                <c:pt idx="281">
                  <c:v>0.26058631921824105</c:v>
                </c:pt>
                <c:pt idx="282">
                  <c:v>0.2736156351791531</c:v>
                </c:pt>
                <c:pt idx="283">
                  <c:v>0.27850162866449513</c:v>
                </c:pt>
                <c:pt idx="284">
                  <c:v>0.250814332247557</c:v>
                </c:pt>
                <c:pt idx="285">
                  <c:v>0.23778501628664495</c:v>
                </c:pt>
                <c:pt idx="286">
                  <c:v>0.27035830618892509</c:v>
                </c:pt>
                <c:pt idx="287">
                  <c:v>0.24587155963302754</c:v>
                </c:pt>
                <c:pt idx="288">
                  <c:v>0.27339449541284405</c:v>
                </c:pt>
                <c:pt idx="289">
                  <c:v>0.24220183486238533</c:v>
                </c:pt>
                <c:pt idx="290">
                  <c:v>0.24036697247706423</c:v>
                </c:pt>
                <c:pt idx="291">
                  <c:v>0.19082568807339451</c:v>
                </c:pt>
                <c:pt idx="292">
                  <c:v>0.19266055045871561</c:v>
                </c:pt>
                <c:pt idx="293">
                  <c:v>0.19266055045871561</c:v>
                </c:pt>
                <c:pt idx="294">
                  <c:v>0.2132701421800948</c:v>
                </c:pt>
                <c:pt idx="295">
                  <c:v>0.23933649289099526</c:v>
                </c:pt>
                <c:pt idx="296">
                  <c:v>0.21800947867298578</c:v>
                </c:pt>
                <c:pt idx="297">
                  <c:v>0.16113744075829384</c:v>
                </c:pt>
                <c:pt idx="298">
                  <c:v>0.17772511848341233</c:v>
                </c:pt>
                <c:pt idx="299">
                  <c:v>0.17298578199052134</c:v>
                </c:pt>
                <c:pt idx="300">
                  <c:v>0.16824644549763032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8D-4EBD-9A80-55EEE5040B92}"/>
            </c:ext>
          </c:extLst>
        </c:ser>
        <c:ser>
          <c:idx val="1"/>
          <c:order val="1"/>
          <c:tx>
            <c:strRef>
              <c:f>DAU!$H$1</c:f>
              <c:strCache>
                <c:ptCount val="1"/>
                <c:pt idx="0">
                  <c:v>SFM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DAU!$C$4:$C$304</c:f>
              <c:numCache>
                <c:formatCode>dd/mm/yy;@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DAU!$H$4:$H$304</c:f>
              <c:numCache>
                <c:formatCode>0.000</c:formatCode>
                <c:ptCount val="301"/>
                <c:pt idx="0">
                  <c:v>2.5906735751295335E-2</c:v>
                </c:pt>
                <c:pt idx="1">
                  <c:v>5.181347150259067E-2</c:v>
                </c:pt>
                <c:pt idx="2">
                  <c:v>2.5906735751295335E-2</c:v>
                </c:pt>
                <c:pt idx="3">
                  <c:v>6.7357512953367879E-2</c:v>
                </c:pt>
                <c:pt idx="4">
                  <c:v>0.11398963730569948</c:v>
                </c:pt>
                <c:pt idx="5">
                  <c:v>0.11398963730569948</c:v>
                </c:pt>
                <c:pt idx="6">
                  <c:v>0.13471502590673576</c:v>
                </c:pt>
                <c:pt idx="7">
                  <c:v>0.11917098445595854</c:v>
                </c:pt>
                <c:pt idx="8">
                  <c:v>0.12435233160621761</c:v>
                </c:pt>
                <c:pt idx="9">
                  <c:v>0.15544041450777202</c:v>
                </c:pt>
                <c:pt idx="10">
                  <c:v>0.16580310880829016</c:v>
                </c:pt>
                <c:pt idx="11">
                  <c:v>0.12953367875647667</c:v>
                </c:pt>
                <c:pt idx="12">
                  <c:v>0.17616580310880828</c:v>
                </c:pt>
                <c:pt idx="13">
                  <c:v>0.20207253886010362</c:v>
                </c:pt>
                <c:pt idx="14">
                  <c:v>0.11398963730569948</c:v>
                </c:pt>
                <c:pt idx="15">
                  <c:v>0.19689119170984457</c:v>
                </c:pt>
                <c:pt idx="16">
                  <c:v>0.17616580310880828</c:v>
                </c:pt>
                <c:pt idx="17">
                  <c:v>0.25906735751295334</c:v>
                </c:pt>
                <c:pt idx="18">
                  <c:v>0.22279792746113988</c:v>
                </c:pt>
                <c:pt idx="19">
                  <c:v>0.22279792746113988</c:v>
                </c:pt>
                <c:pt idx="20">
                  <c:v>0.27461139896373055</c:v>
                </c:pt>
                <c:pt idx="21">
                  <c:v>0.32642487046632124</c:v>
                </c:pt>
                <c:pt idx="22">
                  <c:v>0.24870466321243523</c:v>
                </c:pt>
                <c:pt idx="23">
                  <c:v>0.30569948186528495</c:v>
                </c:pt>
                <c:pt idx="24">
                  <c:v>0.30569948186528495</c:v>
                </c:pt>
                <c:pt idx="25">
                  <c:v>0.31606217616580312</c:v>
                </c:pt>
                <c:pt idx="26">
                  <c:v>0.33160621761658032</c:v>
                </c:pt>
                <c:pt idx="27">
                  <c:v>0.33160621761658032</c:v>
                </c:pt>
                <c:pt idx="28">
                  <c:v>0.14207650273224043</c:v>
                </c:pt>
                <c:pt idx="29">
                  <c:v>0.16939890710382513</c:v>
                </c:pt>
                <c:pt idx="30">
                  <c:v>0.15027322404371585</c:v>
                </c:pt>
                <c:pt idx="31">
                  <c:v>0.16393442622950818</c:v>
                </c:pt>
                <c:pt idx="32">
                  <c:v>0.14207650273224043</c:v>
                </c:pt>
                <c:pt idx="33">
                  <c:v>0.16939890710382513</c:v>
                </c:pt>
                <c:pt idx="34">
                  <c:v>0.16120218579234974</c:v>
                </c:pt>
                <c:pt idx="35">
                  <c:v>0.15846994535519127</c:v>
                </c:pt>
                <c:pt idx="36">
                  <c:v>0.1448087431693989</c:v>
                </c:pt>
                <c:pt idx="37">
                  <c:v>0.15027322404371585</c:v>
                </c:pt>
                <c:pt idx="38">
                  <c:v>0.17759562841530055</c:v>
                </c:pt>
                <c:pt idx="39">
                  <c:v>0.14754098360655737</c:v>
                </c:pt>
                <c:pt idx="40">
                  <c:v>0.20218579234972678</c:v>
                </c:pt>
                <c:pt idx="41">
                  <c:v>0.16120218579234974</c:v>
                </c:pt>
                <c:pt idx="42">
                  <c:v>0.14754098360655737</c:v>
                </c:pt>
                <c:pt idx="43">
                  <c:v>0.18579234972677597</c:v>
                </c:pt>
                <c:pt idx="44">
                  <c:v>0.16120218579234974</c:v>
                </c:pt>
                <c:pt idx="45">
                  <c:v>0.16666666666666666</c:v>
                </c:pt>
                <c:pt idx="46">
                  <c:v>0.15846994535519127</c:v>
                </c:pt>
                <c:pt idx="47">
                  <c:v>0.1830601092896175</c:v>
                </c:pt>
                <c:pt idx="48">
                  <c:v>0.16939890710382513</c:v>
                </c:pt>
                <c:pt idx="49">
                  <c:v>0.1448087431693989</c:v>
                </c:pt>
                <c:pt idx="50">
                  <c:v>0.16393442622950818</c:v>
                </c:pt>
                <c:pt idx="51">
                  <c:v>0.1830601092896175</c:v>
                </c:pt>
                <c:pt idx="52">
                  <c:v>0.1830601092896175</c:v>
                </c:pt>
                <c:pt idx="53">
                  <c:v>0.16666666666666666</c:v>
                </c:pt>
                <c:pt idx="54">
                  <c:v>0.1721311475409836</c:v>
                </c:pt>
                <c:pt idx="55">
                  <c:v>0.16666666666666666</c:v>
                </c:pt>
                <c:pt idx="56">
                  <c:v>0.14754098360655737</c:v>
                </c:pt>
                <c:pt idx="57">
                  <c:v>0.19672131147540983</c:v>
                </c:pt>
                <c:pt idx="58">
                  <c:v>0.14754098360655737</c:v>
                </c:pt>
                <c:pt idx="59">
                  <c:v>0.17460317460317459</c:v>
                </c:pt>
                <c:pt idx="60">
                  <c:v>0.16137566137566137</c:v>
                </c:pt>
                <c:pt idx="61">
                  <c:v>0.15343915343915343</c:v>
                </c:pt>
                <c:pt idx="62">
                  <c:v>0.1693121693121693</c:v>
                </c:pt>
                <c:pt idx="63">
                  <c:v>0.16402116402116401</c:v>
                </c:pt>
                <c:pt idx="64">
                  <c:v>0.12169312169312169</c:v>
                </c:pt>
                <c:pt idx="65">
                  <c:v>0.12962962962962962</c:v>
                </c:pt>
                <c:pt idx="66">
                  <c:v>0.15608465608465608</c:v>
                </c:pt>
                <c:pt idx="67">
                  <c:v>0.15873015873015872</c:v>
                </c:pt>
                <c:pt idx="68">
                  <c:v>0.1402116402116402</c:v>
                </c:pt>
                <c:pt idx="69">
                  <c:v>0.16137566137566137</c:v>
                </c:pt>
                <c:pt idx="70">
                  <c:v>0.15343915343915343</c:v>
                </c:pt>
                <c:pt idx="71">
                  <c:v>0.1693121693121693</c:v>
                </c:pt>
                <c:pt idx="72">
                  <c:v>0.17195767195767195</c:v>
                </c:pt>
                <c:pt idx="73">
                  <c:v>0.19576719576719576</c:v>
                </c:pt>
                <c:pt idx="74">
                  <c:v>0.15343915343915343</c:v>
                </c:pt>
                <c:pt idx="75">
                  <c:v>0.16402116402116401</c:v>
                </c:pt>
                <c:pt idx="76">
                  <c:v>0.18253968253968253</c:v>
                </c:pt>
                <c:pt idx="77">
                  <c:v>0.17460317460317459</c:v>
                </c:pt>
                <c:pt idx="78">
                  <c:v>0.17724867724867724</c:v>
                </c:pt>
                <c:pt idx="79">
                  <c:v>0.18783068783068782</c:v>
                </c:pt>
                <c:pt idx="80">
                  <c:v>0.17724867724867724</c:v>
                </c:pt>
                <c:pt idx="81">
                  <c:v>0.14550264550264549</c:v>
                </c:pt>
                <c:pt idx="82">
                  <c:v>0.15343915343915343</c:v>
                </c:pt>
                <c:pt idx="83">
                  <c:v>0.19312169312169311</c:v>
                </c:pt>
                <c:pt idx="84">
                  <c:v>0.15343915343915343</c:v>
                </c:pt>
                <c:pt idx="85">
                  <c:v>0.20105820105820105</c:v>
                </c:pt>
                <c:pt idx="86">
                  <c:v>0.16402116402116401</c:v>
                </c:pt>
                <c:pt idx="87">
                  <c:v>0.17460317460317459</c:v>
                </c:pt>
                <c:pt idx="88">
                  <c:v>0.15608465608465608</c:v>
                </c:pt>
                <c:pt idx="89">
                  <c:v>0.15521628498727735</c:v>
                </c:pt>
                <c:pt idx="90">
                  <c:v>0.13231552162849872</c:v>
                </c:pt>
                <c:pt idx="91">
                  <c:v>0.17557251908396945</c:v>
                </c:pt>
                <c:pt idx="92">
                  <c:v>0.17811704834605599</c:v>
                </c:pt>
                <c:pt idx="93">
                  <c:v>0.11450381679389313</c:v>
                </c:pt>
                <c:pt idx="94">
                  <c:v>0.19592875318066158</c:v>
                </c:pt>
                <c:pt idx="95">
                  <c:v>0.15521628498727735</c:v>
                </c:pt>
                <c:pt idx="96">
                  <c:v>0.14249363867684478</c:v>
                </c:pt>
                <c:pt idx="97">
                  <c:v>0.16793893129770993</c:v>
                </c:pt>
                <c:pt idx="98">
                  <c:v>0.12977099236641221</c:v>
                </c:pt>
                <c:pt idx="99">
                  <c:v>0.15012722646310434</c:v>
                </c:pt>
                <c:pt idx="100">
                  <c:v>0.16539440203562342</c:v>
                </c:pt>
                <c:pt idx="101">
                  <c:v>0.13486005089058525</c:v>
                </c:pt>
                <c:pt idx="102">
                  <c:v>0.18320610687022901</c:v>
                </c:pt>
                <c:pt idx="103">
                  <c:v>0.15776081424936386</c:v>
                </c:pt>
                <c:pt idx="104">
                  <c:v>0.15776081424936386</c:v>
                </c:pt>
                <c:pt idx="105">
                  <c:v>0.17811704834605599</c:v>
                </c:pt>
                <c:pt idx="106">
                  <c:v>0.15776081424936386</c:v>
                </c:pt>
                <c:pt idx="107">
                  <c:v>0.20865139949109415</c:v>
                </c:pt>
                <c:pt idx="108">
                  <c:v>0.13231552162849872</c:v>
                </c:pt>
                <c:pt idx="109">
                  <c:v>0.16539440203562342</c:v>
                </c:pt>
                <c:pt idx="110">
                  <c:v>0.16284987277353691</c:v>
                </c:pt>
                <c:pt idx="111">
                  <c:v>0.14503816793893129</c:v>
                </c:pt>
                <c:pt idx="112">
                  <c:v>0.1475826972010178</c:v>
                </c:pt>
                <c:pt idx="113">
                  <c:v>0.16793893129770993</c:v>
                </c:pt>
                <c:pt idx="114">
                  <c:v>0.15267175572519084</c:v>
                </c:pt>
                <c:pt idx="115">
                  <c:v>0.13994910941475827</c:v>
                </c:pt>
                <c:pt idx="116">
                  <c:v>0.16539440203562342</c:v>
                </c:pt>
                <c:pt idx="117">
                  <c:v>0.13740458015267176</c:v>
                </c:pt>
                <c:pt idx="118">
                  <c:v>0.16793893129770993</c:v>
                </c:pt>
                <c:pt idx="119">
                  <c:v>0.18320610687022901</c:v>
                </c:pt>
                <c:pt idx="120">
                  <c:v>0.13615023474178403</c:v>
                </c:pt>
                <c:pt idx="121">
                  <c:v>0.12910798122065728</c:v>
                </c:pt>
                <c:pt idx="122">
                  <c:v>0.13145539906103287</c:v>
                </c:pt>
                <c:pt idx="123">
                  <c:v>0.14788732394366197</c:v>
                </c:pt>
                <c:pt idx="124">
                  <c:v>0.1619718309859155</c:v>
                </c:pt>
                <c:pt idx="125">
                  <c:v>0.14553990610328638</c:v>
                </c:pt>
                <c:pt idx="126">
                  <c:v>0.14084507042253522</c:v>
                </c:pt>
                <c:pt idx="127">
                  <c:v>0.14084507042253522</c:v>
                </c:pt>
                <c:pt idx="128">
                  <c:v>0.14084507042253522</c:v>
                </c:pt>
                <c:pt idx="129">
                  <c:v>0.12910798122065728</c:v>
                </c:pt>
                <c:pt idx="130">
                  <c:v>0.14553990610328638</c:v>
                </c:pt>
                <c:pt idx="131">
                  <c:v>0.12441314553990611</c:v>
                </c:pt>
                <c:pt idx="132">
                  <c:v>0.12676056338028169</c:v>
                </c:pt>
                <c:pt idx="133">
                  <c:v>0.107981220657277</c:v>
                </c:pt>
                <c:pt idx="134">
                  <c:v>0.12910798122065728</c:v>
                </c:pt>
                <c:pt idx="135">
                  <c:v>0.11971830985915492</c:v>
                </c:pt>
                <c:pt idx="136">
                  <c:v>0.13615023474178403</c:v>
                </c:pt>
                <c:pt idx="137">
                  <c:v>0.11971830985915492</c:v>
                </c:pt>
                <c:pt idx="138">
                  <c:v>9.3896713615023469E-2</c:v>
                </c:pt>
                <c:pt idx="139">
                  <c:v>0.11737089201877934</c:v>
                </c:pt>
                <c:pt idx="140">
                  <c:v>7.9812206572769953E-2</c:v>
                </c:pt>
                <c:pt idx="141">
                  <c:v>9.6244131455399062E-2</c:v>
                </c:pt>
                <c:pt idx="142">
                  <c:v>9.154929577464789E-2</c:v>
                </c:pt>
                <c:pt idx="143">
                  <c:v>7.5117370892018781E-2</c:v>
                </c:pt>
                <c:pt idx="144">
                  <c:v>7.5117370892018781E-2</c:v>
                </c:pt>
                <c:pt idx="145">
                  <c:v>7.2769953051643188E-2</c:v>
                </c:pt>
                <c:pt idx="146">
                  <c:v>8.2159624413145546E-2</c:v>
                </c:pt>
                <c:pt idx="147">
                  <c:v>7.5117370892018781E-2</c:v>
                </c:pt>
                <c:pt idx="148">
                  <c:v>5.39906103286385E-2</c:v>
                </c:pt>
                <c:pt idx="149">
                  <c:v>8.2159624413145546E-2</c:v>
                </c:pt>
                <c:pt idx="150">
                  <c:v>8.2051282051282051E-2</c:v>
                </c:pt>
                <c:pt idx="151">
                  <c:v>6.4102564102564097E-2</c:v>
                </c:pt>
                <c:pt idx="152">
                  <c:v>4.8717948717948718E-2</c:v>
                </c:pt>
                <c:pt idx="153">
                  <c:v>7.6923076923076927E-2</c:v>
                </c:pt>
                <c:pt idx="154">
                  <c:v>5.8974358974358973E-2</c:v>
                </c:pt>
                <c:pt idx="155">
                  <c:v>8.2051282051282051E-2</c:v>
                </c:pt>
                <c:pt idx="156">
                  <c:v>8.9743589743589744E-2</c:v>
                </c:pt>
                <c:pt idx="157">
                  <c:v>7.4358974358974358E-2</c:v>
                </c:pt>
                <c:pt idx="158">
                  <c:v>9.2307692307692313E-2</c:v>
                </c:pt>
                <c:pt idx="159">
                  <c:v>7.6923076923076927E-2</c:v>
                </c:pt>
                <c:pt idx="160">
                  <c:v>6.4102564102564097E-2</c:v>
                </c:pt>
                <c:pt idx="161">
                  <c:v>7.9487179487179482E-2</c:v>
                </c:pt>
                <c:pt idx="162">
                  <c:v>8.7179487179487175E-2</c:v>
                </c:pt>
                <c:pt idx="163">
                  <c:v>5.6410256410256411E-2</c:v>
                </c:pt>
                <c:pt idx="164">
                  <c:v>6.6666666666666666E-2</c:v>
                </c:pt>
                <c:pt idx="165">
                  <c:v>6.9230769230769235E-2</c:v>
                </c:pt>
                <c:pt idx="166">
                  <c:v>7.179487179487179E-2</c:v>
                </c:pt>
                <c:pt idx="167">
                  <c:v>5.128205128205128E-2</c:v>
                </c:pt>
                <c:pt idx="168">
                  <c:v>8.2051282051282051E-2</c:v>
                </c:pt>
                <c:pt idx="169">
                  <c:v>7.179487179487179E-2</c:v>
                </c:pt>
                <c:pt idx="170">
                  <c:v>7.179487179487179E-2</c:v>
                </c:pt>
                <c:pt idx="171">
                  <c:v>7.4358974358974358E-2</c:v>
                </c:pt>
                <c:pt idx="172">
                  <c:v>9.2307692307692313E-2</c:v>
                </c:pt>
                <c:pt idx="173">
                  <c:v>6.1538461538461542E-2</c:v>
                </c:pt>
                <c:pt idx="174">
                  <c:v>8.461538461538462E-2</c:v>
                </c:pt>
                <c:pt idx="175">
                  <c:v>6.6666666666666666E-2</c:v>
                </c:pt>
                <c:pt idx="176">
                  <c:v>6.1538461538461542E-2</c:v>
                </c:pt>
                <c:pt idx="177">
                  <c:v>8.2051282051282051E-2</c:v>
                </c:pt>
                <c:pt idx="178">
                  <c:v>7.4358974358974358E-2</c:v>
                </c:pt>
                <c:pt idx="179">
                  <c:v>5.6410256410256411E-2</c:v>
                </c:pt>
                <c:pt idx="180">
                  <c:v>9.4871794871794868E-2</c:v>
                </c:pt>
                <c:pt idx="181">
                  <c:v>4.4776119402985072E-2</c:v>
                </c:pt>
                <c:pt idx="182">
                  <c:v>6.5298507462686561E-2</c:v>
                </c:pt>
                <c:pt idx="183">
                  <c:v>7.4626865671641784E-2</c:v>
                </c:pt>
                <c:pt idx="184">
                  <c:v>8.5820895522388058E-2</c:v>
                </c:pt>
                <c:pt idx="185">
                  <c:v>6.7164179104477612E-2</c:v>
                </c:pt>
                <c:pt idx="186">
                  <c:v>8.5820895522388058E-2</c:v>
                </c:pt>
                <c:pt idx="187">
                  <c:v>6.5298507462686561E-2</c:v>
                </c:pt>
                <c:pt idx="188">
                  <c:v>9.8880597014925367E-2</c:v>
                </c:pt>
                <c:pt idx="189">
                  <c:v>9.8880597014925367E-2</c:v>
                </c:pt>
                <c:pt idx="190">
                  <c:v>9.7014925373134331E-2</c:v>
                </c:pt>
                <c:pt idx="191">
                  <c:v>0.12126865671641791</c:v>
                </c:pt>
                <c:pt idx="192">
                  <c:v>9.7014925373134331E-2</c:v>
                </c:pt>
                <c:pt idx="193">
                  <c:v>0.11567164179104478</c:v>
                </c:pt>
                <c:pt idx="194">
                  <c:v>0.14365671641791045</c:v>
                </c:pt>
                <c:pt idx="195">
                  <c:v>0.11380597014925373</c:v>
                </c:pt>
                <c:pt idx="196">
                  <c:v>0.13059701492537312</c:v>
                </c:pt>
                <c:pt idx="197">
                  <c:v>0.12313432835820895</c:v>
                </c:pt>
                <c:pt idx="198">
                  <c:v>0.13619402985074627</c:v>
                </c:pt>
                <c:pt idx="199">
                  <c:v>0.13619402985074627</c:v>
                </c:pt>
                <c:pt idx="200">
                  <c:v>0.14925373134328357</c:v>
                </c:pt>
                <c:pt idx="201">
                  <c:v>0.13992537313432835</c:v>
                </c:pt>
                <c:pt idx="202">
                  <c:v>0.16791044776119404</c:v>
                </c:pt>
                <c:pt idx="203">
                  <c:v>0.1455223880597015</c:v>
                </c:pt>
                <c:pt idx="204">
                  <c:v>0.16791044776119404</c:v>
                </c:pt>
                <c:pt idx="205">
                  <c:v>0.16417910447761194</c:v>
                </c:pt>
                <c:pt idx="206">
                  <c:v>0.15485074626865672</c:v>
                </c:pt>
                <c:pt idx="207">
                  <c:v>0.17164179104477612</c:v>
                </c:pt>
                <c:pt idx="208">
                  <c:v>0.18470149253731344</c:v>
                </c:pt>
                <c:pt idx="209">
                  <c:v>0.17350746268656717</c:v>
                </c:pt>
                <c:pt idx="210">
                  <c:v>0.21455223880597016</c:v>
                </c:pt>
                <c:pt idx="211">
                  <c:v>0.20149253731343283</c:v>
                </c:pt>
                <c:pt idx="212">
                  <c:v>0.16091954022988506</c:v>
                </c:pt>
                <c:pt idx="213">
                  <c:v>0.1235632183908046</c:v>
                </c:pt>
                <c:pt idx="214">
                  <c:v>0.14080459770114942</c:v>
                </c:pt>
                <c:pt idx="215">
                  <c:v>0.14367816091954022</c:v>
                </c:pt>
                <c:pt idx="216">
                  <c:v>0.13649425287356323</c:v>
                </c:pt>
                <c:pt idx="217">
                  <c:v>0.14080459770114942</c:v>
                </c:pt>
                <c:pt idx="218">
                  <c:v>0.12931034482758622</c:v>
                </c:pt>
                <c:pt idx="219">
                  <c:v>0.15373563218390804</c:v>
                </c:pt>
                <c:pt idx="220">
                  <c:v>0.14511494252873564</c:v>
                </c:pt>
                <c:pt idx="221">
                  <c:v>0.14942528735632185</c:v>
                </c:pt>
                <c:pt idx="222">
                  <c:v>0.14080459770114942</c:v>
                </c:pt>
                <c:pt idx="223">
                  <c:v>0.14511494252873564</c:v>
                </c:pt>
                <c:pt idx="224">
                  <c:v>0.13505747126436782</c:v>
                </c:pt>
                <c:pt idx="225">
                  <c:v>0.15517241379310345</c:v>
                </c:pt>
                <c:pt idx="226">
                  <c:v>0.14798850574712644</c:v>
                </c:pt>
                <c:pt idx="227">
                  <c:v>0.13649425287356323</c:v>
                </c:pt>
                <c:pt idx="228">
                  <c:v>0.15373563218390804</c:v>
                </c:pt>
                <c:pt idx="229">
                  <c:v>0.16666666666666666</c:v>
                </c:pt>
                <c:pt idx="230">
                  <c:v>0.15660919540229884</c:v>
                </c:pt>
                <c:pt idx="231">
                  <c:v>0.1206896551724138</c:v>
                </c:pt>
                <c:pt idx="232">
                  <c:v>0.14080459770114942</c:v>
                </c:pt>
                <c:pt idx="233">
                  <c:v>0.16522988505747127</c:v>
                </c:pt>
                <c:pt idx="234">
                  <c:v>0.13649425287356323</c:v>
                </c:pt>
                <c:pt idx="235">
                  <c:v>0.15229885057471265</c:v>
                </c:pt>
                <c:pt idx="236">
                  <c:v>0.16954022988505746</c:v>
                </c:pt>
                <c:pt idx="237">
                  <c:v>0.18247126436781611</c:v>
                </c:pt>
                <c:pt idx="238">
                  <c:v>0.14942528735632185</c:v>
                </c:pt>
                <c:pt idx="239">
                  <c:v>0.18821839080459771</c:v>
                </c:pt>
                <c:pt idx="240">
                  <c:v>8.4196891191709838E-2</c:v>
                </c:pt>
                <c:pt idx="241">
                  <c:v>8.937823834196891E-2</c:v>
                </c:pt>
                <c:pt idx="242">
                  <c:v>0.10816062176165803</c:v>
                </c:pt>
                <c:pt idx="243">
                  <c:v>0.11010362694300518</c:v>
                </c:pt>
                <c:pt idx="244">
                  <c:v>0.10686528497409327</c:v>
                </c:pt>
                <c:pt idx="245">
                  <c:v>9.6502590673575125E-2</c:v>
                </c:pt>
                <c:pt idx="246">
                  <c:v>9.7797927461139897E-2</c:v>
                </c:pt>
                <c:pt idx="247">
                  <c:v>0.11204663212435233</c:v>
                </c:pt>
                <c:pt idx="248">
                  <c:v>9.7150259067357511E-2</c:v>
                </c:pt>
                <c:pt idx="249">
                  <c:v>0.10492227979274611</c:v>
                </c:pt>
                <c:pt idx="250">
                  <c:v>0.1133419689119171</c:v>
                </c:pt>
                <c:pt idx="251">
                  <c:v>0.11398963730569948</c:v>
                </c:pt>
                <c:pt idx="252">
                  <c:v>0.11658031088082901</c:v>
                </c:pt>
                <c:pt idx="253">
                  <c:v>0.10880829015544041</c:v>
                </c:pt>
                <c:pt idx="254">
                  <c:v>0.11981865284974093</c:v>
                </c:pt>
                <c:pt idx="255">
                  <c:v>0.1172279792746114</c:v>
                </c:pt>
                <c:pt idx="256">
                  <c:v>0.11139896373056994</c:v>
                </c:pt>
                <c:pt idx="257">
                  <c:v>0.1211139896373057</c:v>
                </c:pt>
                <c:pt idx="258">
                  <c:v>0.14119170984455959</c:v>
                </c:pt>
                <c:pt idx="259">
                  <c:v>0.11917098445595854</c:v>
                </c:pt>
                <c:pt idx="260">
                  <c:v>0.12564766839378239</c:v>
                </c:pt>
                <c:pt idx="261">
                  <c:v>8.4844559585492224E-2</c:v>
                </c:pt>
                <c:pt idx="262">
                  <c:v>0.11398963730569948</c:v>
                </c:pt>
                <c:pt idx="263">
                  <c:v>8.8082901554404139E-2</c:v>
                </c:pt>
                <c:pt idx="264">
                  <c:v>9.9093264248704668E-2</c:v>
                </c:pt>
                <c:pt idx="265">
                  <c:v>0.10297927461139897</c:v>
                </c:pt>
                <c:pt idx="266">
                  <c:v>9.2616580310880825E-2</c:v>
                </c:pt>
                <c:pt idx="267">
                  <c:v>0.10103626943005181</c:v>
                </c:pt>
                <c:pt idx="268">
                  <c:v>9.7797927461139897E-2</c:v>
                </c:pt>
                <c:pt idx="269">
                  <c:v>9.585492227979274E-2</c:v>
                </c:pt>
                <c:pt idx="270">
                  <c:v>0.11917098445595854</c:v>
                </c:pt>
                <c:pt idx="271">
                  <c:v>0.19863680623174293</c:v>
                </c:pt>
                <c:pt idx="272">
                  <c:v>0.20934761441090555</c:v>
                </c:pt>
                <c:pt idx="273">
                  <c:v>0.19279454722492698</c:v>
                </c:pt>
                <c:pt idx="274">
                  <c:v>0.19376825705939629</c:v>
                </c:pt>
                <c:pt idx="275">
                  <c:v>0.1830574488802337</c:v>
                </c:pt>
                <c:pt idx="276">
                  <c:v>0.19182083739045763</c:v>
                </c:pt>
                <c:pt idx="277">
                  <c:v>0.186952288218111</c:v>
                </c:pt>
                <c:pt idx="278">
                  <c:v>0.19474196689386564</c:v>
                </c:pt>
                <c:pt idx="279">
                  <c:v>0.186952288218111</c:v>
                </c:pt>
                <c:pt idx="280">
                  <c:v>0.16747809152872445</c:v>
                </c:pt>
                <c:pt idx="281">
                  <c:v>0.15579357351509251</c:v>
                </c:pt>
                <c:pt idx="282">
                  <c:v>0.16358325219084713</c:v>
                </c:pt>
                <c:pt idx="283">
                  <c:v>0.1665043816942551</c:v>
                </c:pt>
                <c:pt idx="284">
                  <c:v>0.14995131450827653</c:v>
                </c:pt>
                <c:pt idx="285">
                  <c:v>0.14216163583252192</c:v>
                </c:pt>
                <c:pt idx="286">
                  <c:v>0.16163583252190847</c:v>
                </c:pt>
                <c:pt idx="287">
                  <c:v>0.13047711781888996</c:v>
                </c:pt>
                <c:pt idx="288">
                  <c:v>0.1450827653359299</c:v>
                </c:pt>
                <c:pt idx="289">
                  <c:v>0.12852969814995133</c:v>
                </c:pt>
                <c:pt idx="290">
                  <c:v>0.12755598831548198</c:v>
                </c:pt>
                <c:pt idx="291">
                  <c:v>0.10126582278481013</c:v>
                </c:pt>
                <c:pt idx="292">
                  <c:v>0.10223953261927946</c:v>
                </c:pt>
                <c:pt idx="293">
                  <c:v>0.10223953261927946</c:v>
                </c:pt>
                <c:pt idx="294">
                  <c:v>8.7633885102239531E-2</c:v>
                </c:pt>
                <c:pt idx="295">
                  <c:v>9.8344693281402148E-2</c:v>
                </c:pt>
                <c:pt idx="296">
                  <c:v>8.9581304771178191E-2</c:v>
                </c:pt>
                <c:pt idx="297">
                  <c:v>6.621226874391431E-2</c:v>
                </c:pt>
                <c:pt idx="298">
                  <c:v>7.3028237585199607E-2</c:v>
                </c:pt>
                <c:pt idx="299">
                  <c:v>7.108081791626096E-2</c:v>
                </c:pt>
                <c:pt idx="300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8D-4EBD-9A80-55EEE5040B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9933919"/>
        <c:axId val="819938719"/>
      </c:lineChart>
      <c:dateAx>
        <c:axId val="819933919"/>
        <c:scaling>
          <c:orientation val="minMax"/>
        </c:scaling>
        <c:delete val="0"/>
        <c:axPos val="b"/>
        <c:numFmt formatCode="dd/mm/yy;@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19938719"/>
        <c:crosses val="autoZero"/>
        <c:auto val="1"/>
        <c:lblOffset val="100"/>
        <c:baseTimeUnit val="days"/>
      </c:dateAx>
      <c:valAx>
        <c:axId val="819938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19933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[Динамика клиентских выплат по типу продукта.xlsx]Результат запроса!Сводная таблица12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Структура выручки по типу продукта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FFC000">
                <a:alpha val="50000"/>
              </a:srgbClr>
            </a:solidFill>
            <a:ln>
              <a:solidFill>
                <a:schemeClr val="tx1">
                  <a:alpha val="75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FFC000">
                <a:alpha val="50000"/>
              </a:srgbClr>
            </a:solidFill>
            <a:ln>
              <a:solidFill>
                <a:schemeClr val="tx1">
                  <a:alpha val="75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FFC000">
                <a:alpha val="50000"/>
              </a:srgbClr>
            </a:solidFill>
            <a:ln>
              <a:solidFill>
                <a:schemeClr val="tx1">
                  <a:alpha val="75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'Результат запроса'!$F$44</c:f>
              <c:strCache>
                <c:ptCount val="1"/>
                <c:pt idx="0">
                  <c:v>Итог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E5-4F56-B0BD-DCA512DBD0F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E5-4F56-B0BD-DCA512DBD0F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E5-4F56-B0BD-DCA512DBD0F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E5-4F56-B0BD-DCA512DBD0F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4E5-4F56-B0BD-DCA512DBD0F4}"/>
              </c:ext>
            </c:extLst>
          </c:dPt>
          <c:dLbls>
            <c:spPr>
              <a:solidFill>
                <a:srgbClr val="FFC000">
                  <a:alpha val="50000"/>
                </a:srgbClr>
              </a:solidFill>
              <a:ln>
                <a:solidFill>
                  <a:schemeClr val="tx1">
                    <a:alpha val="7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'Результат запроса'!$E$45:$E$50</c:f>
              <c:strCache>
                <c:ptCount val="5"/>
                <c:pt idx="0">
                  <c:v>Ammo</c:v>
                </c:pt>
                <c:pt idx="1">
                  <c:v>Currency</c:v>
                </c:pt>
                <c:pt idx="2">
                  <c:v>Materials</c:v>
                </c:pt>
                <c:pt idx="3">
                  <c:v>Transport</c:v>
                </c:pt>
                <c:pt idx="4">
                  <c:v>Weapon</c:v>
                </c:pt>
              </c:strCache>
            </c:strRef>
          </c:cat>
          <c:val>
            <c:numRef>
              <c:f>'Результат запроса'!$F$45:$F$50</c:f>
              <c:numCache>
                <c:formatCode>0.00%</c:formatCode>
                <c:ptCount val="5"/>
                <c:pt idx="0">
                  <c:v>0.2268708352091369</c:v>
                </c:pt>
                <c:pt idx="1">
                  <c:v>0.40658295513077902</c:v>
                </c:pt>
                <c:pt idx="2">
                  <c:v>0.23990006529824262</c:v>
                </c:pt>
                <c:pt idx="3">
                  <c:v>0.10861510944553275</c:v>
                </c:pt>
                <c:pt idx="4">
                  <c:v>1.8031034916308742E-2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4E5-4F56-B0BD-DCA512DBD0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[Динамика клиентских выплат по типу продукта.xlsx]Результат запроса!Сводная таблица10</c:name>
    <c:fmtId val="8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tint val="94000"/>
                  <a:satMod val="103000"/>
                  <a:lumMod val="102000"/>
                </a:schemeClr>
              </a:gs>
              <a:gs pos="50000">
                <a:schemeClr val="accent1">
                  <a:shade val="100000"/>
                  <a:satMod val="110000"/>
                  <a:lumMod val="100000"/>
                </a:schemeClr>
              </a:gs>
              <a:gs pos="100000">
                <a:schemeClr val="accent1">
                  <a:shade val="70000"/>
                  <a:satMod val="120000"/>
                  <a:lumMod val="99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tint val="94000"/>
                    <a:satMod val="103000"/>
                    <a:lumMod val="102000"/>
                  </a:schemeClr>
                </a:gs>
                <a:gs pos="50000">
                  <a:schemeClr val="accent1">
                    <a:shade val="100000"/>
                    <a:satMod val="110000"/>
                    <a:lumMod val="100000"/>
                  </a:schemeClr>
                </a:gs>
                <a:gs pos="100000">
                  <a:schemeClr val="accent1">
                    <a:shade val="70000"/>
                    <a:satMod val="120000"/>
                    <a:lumMod val="99000"/>
                  </a:schemeClr>
                </a:gs>
              </a:gsLst>
              <a:path path="circle">
                <a:fillToRect l="100000" t="100000" r="100000" b="100000"/>
              </a:path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94000"/>
                  <a:satMod val="103000"/>
                  <a:lumMod val="102000"/>
                </a:schemeClr>
              </a:gs>
              <a:gs pos="50000">
                <a:schemeClr val="accent1">
                  <a:shade val="100000"/>
                  <a:satMod val="110000"/>
                  <a:lumMod val="100000"/>
                </a:schemeClr>
              </a:gs>
              <a:gs pos="100000">
                <a:schemeClr val="accent1">
                  <a:shade val="70000"/>
                  <a:satMod val="120000"/>
                  <a:lumMod val="99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tint val="94000"/>
                    <a:satMod val="103000"/>
                    <a:lumMod val="102000"/>
                  </a:schemeClr>
                </a:gs>
                <a:gs pos="50000">
                  <a:schemeClr val="accent1">
                    <a:shade val="100000"/>
                    <a:satMod val="110000"/>
                    <a:lumMod val="100000"/>
                  </a:schemeClr>
                </a:gs>
                <a:gs pos="100000">
                  <a:schemeClr val="accent1">
                    <a:shade val="70000"/>
                    <a:satMod val="120000"/>
                    <a:lumMod val="99000"/>
                  </a:schemeClr>
                </a:gs>
              </a:gsLst>
              <a:path path="circle">
                <a:fillToRect l="100000" t="100000" r="100000" b="100000"/>
              </a:path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4000"/>
                  <a:satMod val="103000"/>
                  <a:lumMod val="102000"/>
                </a:schemeClr>
              </a:gs>
              <a:gs pos="50000">
                <a:schemeClr val="accent1">
                  <a:shade val="100000"/>
                  <a:satMod val="110000"/>
                  <a:lumMod val="100000"/>
                </a:schemeClr>
              </a:gs>
              <a:gs pos="100000">
                <a:schemeClr val="accent1">
                  <a:shade val="70000"/>
                  <a:satMod val="120000"/>
                  <a:lumMod val="99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tint val="94000"/>
                    <a:satMod val="103000"/>
                    <a:lumMod val="102000"/>
                  </a:schemeClr>
                </a:gs>
                <a:gs pos="50000">
                  <a:schemeClr val="accent1">
                    <a:shade val="100000"/>
                    <a:satMod val="110000"/>
                    <a:lumMod val="100000"/>
                  </a:schemeClr>
                </a:gs>
                <a:gs pos="100000">
                  <a:schemeClr val="accent1">
                    <a:shade val="70000"/>
                    <a:satMod val="120000"/>
                    <a:lumMod val="99000"/>
                  </a:schemeClr>
                </a:gs>
              </a:gsLst>
              <a:path path="circle">
                <a:fillToRect l="100000" t="100000" r="100000" b="100000"/>
              </a:path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запроса'!$Q$2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>
              <a:outerShdw blurRad="57150" dist="25400" dir="5400000" algn="ctr" rotWithShape="0">
                <a:srgbClr val="000000">
                  <a:alpha val="20000"/>
                </a:srgbClr>
              </a:outerShdw>
            </a:effectLst>
          </c:spPr>
          <c:invertIfNegative val="0"/>
          <c:dLbls>
            <c:spPr>
              <a:solidFill>
                <a:srgbClr val="FF0000">
                  <a:alpha val="2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4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'Результат запроса'!$P$3:$P$13</c:f>
              <c:strCache>
                <c:ptCount val="10"/>
                <c:pt idx="0">
                  <c:v>Июль 2022</c:v>
                </c:pt>
                <c:pt idx="1">
                  <c:v>Август 2022</c:v>
                </c:pt>
                <c:pt idx="2">
                  <c:v>Сентябрь 2022</c:v>
                </c:pt>
                <c:pt idx="3">
                  <c:v>Октябрь 2022</c:v>
                </c:pt>
                <c:pt idx="4">
                  <c:v>Ноябрь 2022</c:v>
                </c:pt>
                <c:pt idx="5">
                  <c:v>Декабрь 2022</c:v>
                </c:pt>
                <c:pt idx="6">
                  <c:v>Январь 2023</c:v>
                </c:pt>
                <c:pt idx="7">
                  <c:v>Февраль 2023</c:v>
                </c:pt>
                <c:pt idx="8">
                  <c:v>Март 2023</c:v>
                </c:pt>
                <c:pt idx="9">
                  <c:v>Апрель 2023</c:v>
                </c:pt>
              </c:strCache>
            </c:strRef>
          </c:cat>
          <c:val>
            <c:numRef>
              <c:f>'Результат запроса'!$Q$3:$Q$13</c:f>
              <c:numCache>
                <c:formatCode>#,##0</c:formatCode>
                <c:ptCount val="10"/>
                <c:pt idx="0">
                  <c:v>49413</c:v>
                </c:pt>
                <c:pt idx="1">
                  <c:v>78771</c:v>
                </c:pt>
                <c:pt idx="2">
                  <c:v>73210</c:v>
                </c:pt>
                <c:pt idx="3">
                  <c:v>76513</c:v>
                </c:pt>
                <c:pt idx="4">
                  <c:v>79819</c:v>
                </c:pt>
                <c:pt idx="5">
                  <c:v>63080</c:v>
                </c:pt>
                <c:pt idx="6">
                  <c:v>126738</c:v>
                </c:pt>
                <c:pt idx="7">
                  <c:v>124512</c:v>
                </c:pt>
                <c:pt idx="8">
                  <c:v>219188</c:v>
                </c:pt>
                <c:pt idx="9">
                  <c:v>95000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6-4D1D-B090-EB556AA822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23098992"/>
        <c:axId val="1623110032"/>
      </c:barChart>
      <c:catAx>
        <c:axId val="16230989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23110032"/>
        <c:crosses val="autoZero"/>
        <c:auto val="1"/>
        <c:lblAlgn val="ctr"/>
        <c:lblOffset val="100"/>
        <c:noMultiLvlLbl val="0"/>
      </c:catAx>
      <c:valAx>
        <c:axId val="1623110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Выручка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23098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[Динамика клиентских выплат по типу продукта.xlsx]Результат запроса!Сводная таблица9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запроса'!$F$2:$F$3</c:f>
              <c:strCache>
                <c:ptCount val="1"/>
                <c:pt idx="0">
                  <c:v>Ammo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запроса'!$E$4:$E$14</c:f>
              <c:strCache>
                <c:ptCount val="10"/>
                <c:pt idx="0">
                  <c:v>Июль 2022</c:v>
                </c:pt>
                <c:pt idx="1">
                  <c:v>Август 2022</c:v>
                </c:pt>
                <c:pt idx="2">
                  <c:v>Сентябрь 2022</c:v>
                </c:pt>
                <c:pt idx="3">
                  <c:v>Октябрь 2022</c:v>
                </c:pt>
                <c:pt idx="4">
                  <c:v>Ноябрь 2022</c:v>
                </c:pt>
                <c:pt idx="5">
                  <c:v>Декабрь 2022</c:v>
                </c:pt>
                <c:pt idx="6">
                  <c:v>Январь 2023</c:v>
                </c:pt>
                <c:pt idx="7">
                  <c:v>Февраль 2023</c:v>
                </c:pt>
                <c:pt idx="8">
                  <c:v>Март 2023</c:v>
                </c:pt>
                <c:pt idx="9">
                  <c:v>Апрель 2023</c:v>
                </c:pt>
              </c:strCache>
            </c:strRef>
          </c:cat>
          <c:val>
            <c:numRef>
              <c:f>'Результат запроса'!$F$4:$F$14</c:f>
              <c:numCache>
                <c:formatCode>#,##0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E7-4F65-83B2-A7E401936E69}"/>
            </c:ext>
          </c:extLst>
        </c:ser>
        <c:ser>
          <c:idx val="1"/>
          <c:order val="1"/>
          <c:tx>
            <c:strRef>
              <c:f>'Результат запроса'!$G$2:$G$3</c:f>
              <c:strCache>
                <c:ptCount val="1"/>
                <c:pt idx="0">
                  <c:v>Currency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FFC000">
                  <a:alpha val="5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'Результат запроса'!$E$4:$E$14</c:f>
              <c:strCache>
                <c:ptCount val="10"/>
                <c:pt idx="0">
                  <c:v>Июль 2022</c:v>
                </c:pt>
                <c:pt idx="1">
                  <c:v>Август 2022</c:v>
                </c:pt>
                <c:pt idx="2">
                  <c:v>Сентябрь 2022</c:v>
                </c:pt>
                <c:pt idx="3">
                  <c:v>Октябрь 2022</c:v>
                </c:pt>
                <c:pt idx="4">
                  <c:v>Ноябрь 2022</c:v>
                </c:pt>
                <c:pt idx="5">
                  <c:v>Декабрь 2022</c:v>
                </c:pt>
                <c:pt idx="6">
                  <c:v>Январь 2023</c:v>
                </c:pt>
                <c:pt idx="7">
                  <c:v>Февраль 2023</c:v>
                </c:pt>
                <c:pt idx="8">
                  <c:v>Март 2023</c:v>
                </c:pt>
                <c:pt idx="9">
                  <c:v>Апрель 2023</c:v>
                </c:pt>
              </c:strCache>
            </c:strRef>
          </c:cat>
          <c:val>
            <c:numRef>
              <c:f>'Результат запроса'!$G$4:$G$14</c:f>
              <c:numCache>
                <c:formatCode>#,##0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E7-4F65-83B2-A7E401936E69}"/>
            </c:ext>
          </c:extLst>
        </c:ser>
        <c:ser>
          <c:idx val="2"/>
          <c:order val="2"/>
          <c:tx>
            <c:strRef>
              <c:f>'Результат запроса'!$H$2:$H$3</c:f>
              <c:strCache>
                <c:ptCount val="1"/>
                <c:pt idx="0">
                  <c:v>Materials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запроса'!$E$4:$E$14</c:f>
              <c:strCache>
                <c:ptCount val="10"/>
                <c:pt idx="0">
                  <c:v>Июль 2022</c:v>
                </c:pt>
                <c:pt idx="1">
                  <c:v>Август 2022</c:v>
                </c:pt>
                <c:pt idx="2">
                  <c:v>Сентябрь 2022</c:v>
                </c:pt>
                <c:pt idx="3">
                  <c:v>Октябрь 2022</c:v>
                </c:pt>
                <c:pt idx="4">
                  <c:v>Ноябрь 2022</c:v>
                </c:pt>
                <c:pt idx="5">
                  <c:v>Декабрь 2022</c:v>
                </c:pt>
                <c:pt idx="6">
                  <c:v>Январь 2023</c:v>
                </c:pt>
                <c:pt idx="7">
                  <c:v>Февраль 2023</c:v>
                </c:pt>
                <c:pt idx="8">
                  <c:v>Март 2023</c:v>
                </c:pt>
                <c:pt idx="9">
                  <c:v>Апрель 2023</c:v>
                </c:pt>
              </c:strCache>
            </c:strRef>
          </c:cat>
          <c:val>
            <c:numRef>
              <c:f>'Результат запроса'!$H$4:$H$14</c:f>
              <c:numCache>
                <c:formatCode>#,##0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E7-4F65-83B2-A7E401936E69}"/>
            </c:ext>
          </c:extLst>
        </c:ser>
        <c:ser>
          <c:idx val="3"/>
          <c:order val="3"/>
          <c:tx>
            <c:strRef>
              <c:f>'Результат запроса'!$I$2:$I$3</c:f>
              <c:strCache>
                <c:ptCount val="1"/>
                <c:pt idx="0">
                  <c:v>Transport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запроса'!$E$4:$E$14</c:f>
              <c:strCache>
                <c:ptCount val="10"/>
                <c:pt idx="0">
                  <c:v>Июль 2022</c:v>
                </c:pt>
                <c:pt idx="1">
                  <c:v>Август 2022</c:v>
                </c:pt>
                <c:pt idx="2">
                  <c:v>Сентябрь 2022</c:v>
                </c:pt>
                <c:pt idx="3">
                  <c:v>Октябрь 2022</c:v>
                </c:pt>
                <c:pt idx="4">
                  <c:v>Ноябрь 2022</c:v>
                </c:pt>
                <c:pt idx="5">
                  <c:v>Декабрь 2022</c:v>
                </c:pt>
                <c:pt idx="6">
                  <c:v>Январь 2023</c:v>
                </c:pt>
                <c:pt idx="7">
                  <c:v>Февраль 2023</c:v>
                </c:pt>
                <c:pt idx="8">
                  <c:v>Март 2023</c:v>
                </c:pt>
                <c:pt idx="9">
                  <c:v>Апрель 2023</c:v>
                </c:pt>
              </c:strCache>
            </c:strRef>
          </c:cat>
          <c:val>
            <c:numRef>
              <c:f>'Результат запроса'!$I$4:$I$14</c:f>
              <c:numCache>
                <c:formatCode>#,##0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E7-4F65-83B2-A7E401936E69}"/>
            </c:ext>
          </c:extLst>
        </c:ser>
        <c:ser>
          <c:idx val="4"/>
          <c:order val="4"/>
          <c:tx>
            <c:strRef>
              <c:f>'Результат запроса'!$J$2:$J$3</c:f>
              <c:strCache>
                <c:ptCount val="1"/>
                <c:pt idx="0">
                  <c:v>Weapon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запроса'!$E$4:$E$14</c:f>
              <c:strCache>
                <c:ptCount val="10"/>
                <c:pt idx="0">
                  <c:v>Июль 2022</c:v>
                </c:pt>
                <c:pt idx="1">
                  <c:v>Август 2022</c:v>
                </c:pt>
                <c:pt idx="2">
                  <c:v>Сентябрь 2022</c:v>
                </c:pt>
                <c:pt idx="3">
                  <c:v>Октябрь 2022</c:v>
                </c:pt>
                <c:pt idx="4">
                  <c:v>Ноябрь 2022</c:v>
                </c:pt>
                <c:pt idx="5">
                  <c:v>Декабрь 2022</c:v>
                </c:pt>
                <c:pt idx="6">
                  <c:v>Январь 2023</c:v>
                </c:pt>
                <c:pt idx="7">
                  <c:v>Февраль 2023</c:v>
                </c:pt>
                <c:pt idx="8">
                  <c:v>Март 2023</c:v>
                </c:pt>
                <c:pt idx="9">
                  <c:v>Апрель 2023</c:v>
                </c:pt>
              </c:strCache>
            </c:strRef>
          </c:cat>
          <c:val>
            <c:numRef>
              <c:f>'Результат запроса'!$J$4:$J$14</c:f>
              <c:numCache>
                <c:formatCode>#,##0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EE7-4F65-83B2-A7E401936E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91838528"/>
        <c:axId val="1691839968"/>
      </c:lineChart>
      <c:catAx>
        <c:axId val="16918385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1839968"/>
        <c:crosses val="autoZero"/>
        <c:auto val="1"/>
        <c:lblAlgn val="ctr"/>
        <c:lblOffset val="100"/>
        <c:noMultiLvlLbl val="0"/>
      </c:catAx>
      <c:valAx>
        <c:axId val="1691839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Выручка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183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Среднее число покупок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solidFill>
                <a:srgbClr val="0070C0">
                  <a:alpha val="6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#\ ##0.##</c:formatCode>
                <c:ptCount val="10"/>
                <c:pt idx="0" formatCode="#,##0">
                  <c:v>29</c:v>
                </c:pt>
                <c:pt idx="1">
                  <c:v>31.5625</c:v>
                </c:pt>
                <c:pt idx="2">
                  <c:v>32.173913043478258</c:v>
                </c:pt>
                <c:pt idx="3" formatCode="#,##0">
                  <c:v>28</c:v>
                </c:pt>
                <c:pt idx="4">
                  <c:v>29.6</c:v>
                </c:pt>
                <c:pt idx="5" formatCode="#,##0">
                  <c:v>30</c:v>
                </c:pt>
                <c:pt idx="6">
                  <c:v>19.117647058823529</c:v>
                </c:pt>
                <c:pt idx="7">
                  <c:v>17.352941176470587</c:v>
                </c:pt>
                <c:pt idx="8">
                  <c:v>22.051282051282051</c:v>
                </c:pt>
                <c:pt idx="9">
                  <c:v>23.076923076923077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1C-42F8-839B-B8EE59A18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6244095"/>
        <c:axId val="1196236895"/>
      </c:barChart>
      <c:lineChart>
        <c:grouping val="standar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Средняя выручка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solidFill>
                <a:srgbClr val="FFC000">
                  <a:alpha val="5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#,##0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1C-42F8-839B-B8EE59A18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6231135"/>
        <c:axId val="1196233535"/>
      </c:lineChart>
      <c:dateAx>
        <c:axId val="11962440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Месяц,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96236895"/>
        <c:crosses val="autoZero"/>
        <c:auto val="1"/>
        <c:lblOffset val="100"/>
        <c:baseTimeUnit val="months"/>
      </c:dateAx>
      <c:valAx>
        <c:axId val="119623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Число покупок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96244095"/>
        <c:crosses val="autoZero"/>
        <c:crossBetween val="between"/>
      </c:valAx>
      <c:valAx>
        <c:axId val="119623353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выручка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96231135"/>
        <c:crosses val="max"/>
        <c:crossBetween val="between"/>
      </c:valAx>
      <c:dateAx>
        <c:axId val="1196231135"/>
        <c:scaling>
          <c:orientation val="minMax"/>
        </c:scaling>
        <c:delete val="1"/>
        <c:axPos val="b"/>
        <c:numFmt formatCode="[$-419]mmmm\ yyyy;@" sourceLinked="1"/>
        <c:majorTickMark val="out"/>
        <c:minorTickMark val="none"/>
        <c:tickLblPos val="nextTo"/>
        <c:crossAx val="1196233535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запроса'!$C$1</c:f>
              <c:strCache>
                <c:ptCount val="1"/>
                <c:pt idx="0">
                  <c:v>Число игроков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solidFill>
                <a:srgbClr val="0070C0">
                  <a:alpha val="4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4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запроса'!$C$2:$C$10</c:f>
              <c:numCache>
                <c:formatCode>#,##0</c:formatCode>
                <c:ptCount val="9"/>
                <c:pt idx="0">
                  <c:v>71</c:v>
                </c:pt>
                <c:pt idx="1">
                  <c:v>76</c:v>
                </c:pt>
                <c:pt idx="2">
                  <c:v>82</c:v>
                </c:pt>
                <c:pt idx="3">
                  <c:v>87</c:v>
                </c:pt>
                <c:pt idx="4">
                  <c:v>77</c:v>
                </c:pt>
                <c:pt idx="5">
                  <c:v>83</c:v>
                </c:pt>
                <c:pt idx="6">
                  <c:v>127</c:v>
                </c:pt>
                <c:pt idx="7">
                  <c:v>124</c:v>
                </c:pt>
                <c:pt idx="8">
                  <c:v>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A-42E2-954F-71B4EC2C18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28629775"/>
        <c:axId val="1428630735"/>
      </c:barChart>
      <c:lineChart>
        <c:grouping val="standard"/>
        <c:varyColors val="0"/>
        <c:ser>
          <c:idx val="1"/>
          <c:order val="1"/>
          <c:tx>
            <c:strRef>
              <c:f>'Результат запроса'!$D$1</c:f>
              <c:strCache>
                <c:ptCount val="1"/>
                <c:pt idx="0">
                  <c:v>Ср выручка за все время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solidFill>
                <a:srgbClr val="FFC000">
                  <a:alpha val="5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запроса'!$D$2:$D$10</c:f>
              <c:numCache>
                <c:formatCode>#\ ##0.##</c:formatCode>
                <c:ptCount val="9"/>
                <c:pt idx="0">
                  <c:v>1185.4647887323943</c:v>
                </c:pt>
                <c:pt idx="1">
                  <c:v>855.34210526315792</c:v>
                </c:pt>
                <c:pt idx="2">
                  <c:v>1052.5853658536585</c:v>
                </c:pt>
                <c:pt idx="3">
                  <c:v>929.24137931034488</c:v>
                </c:pt>
                <c:pt idx="4">
                  <c:v>1048.2987012987012</c:v>
                </c:pt>
                <c:pt idx="5">
                  <c:v>992.25301204819277</c:v>
                </c:pt>
                <c:pt idx="6">
                  <c:v>1021.2598425196851</c:v>
                </c:pt>
                <c:pt idx="7">
                  <c:v>1155.2177419354839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CA-42E2-954F-71B4EC2C18F2}"/>
            </c:ext>
          </c:extLst>
        </c:ser>
        <c:ser>
          <c:idx val="2"/>
          <c:order val="2"/>
          <c:tx>
            <c:strRef>
              <c:f>'Результат запроса'!$F$1</c:f>
              <c:strCache>
                <c:ptCount val="1"/>
                <c:pt idx="0">
                  <c:v>Ср выручка за 1 месяц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solidFill>
                <a:srgbClr val="92D050">
                  <a:alpha val="5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запроса'!$F$2:$F$10</c:f>
              <c:numCache>
                <c:formatCode>#\ ##0.##</c:formatCode>
                <c:ptCount val="9"/>
                <c:pt idx="0">
                  <c:v>118.54647887323944</c:v>
                </c:pt>
                <c:pt idx="1">
                  <c:v>95.038011695906434</c:v>
                </c:pt>
                <c:pt idx="2">
                  <c:v>150.36933797909407</c:v>
                </c:pt>
                <c:pt idx="3">
                  <c:v>154.87356321839081</c:v>
                </c:pt>
                <c:pt idx="4">
                  <c:v>209.65974025974026</c:v>
                </c:pt>
                <c:pt idx="5">
                  <c:v>248.06325301204819</c:v>
                </c:pt>
                <c:pt idx="6">
                  <c:v>340.4199475065617</c:v>
                </c:pt>
                <c:pt idx="7">
                  <c:v>577.60887096774195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DCA-42E2-954F-71B4EC2C18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28631215"/>
        <c:axId val="1428624015"/>
      </c:lineChart>
      <c:dateAx>
        <c:axId val="14286297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Месяц, 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[$-419]mmmm\ yyyy;@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28630735"/>
        <c:crosses val="autoZero"/>
        <c:auto val="1"/>
        <c:lblOffset val="100"/>
        <c:baseTimeUnit val="months"/>
      </c:dateAx>
      <c:valAx>
        <c:axId val="1428630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Число игроков когорты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28629775"/>
        <c:crosses val="autoZero"/>
        <c:crossBetween val="between"/>
      </c:valAx>
      <c:valAx>
        <c:axId val="142862401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Средний платеж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.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28631215"/>
        <c:crosses val="max"/>
        <c:crossBetween val="between"/>
      </c:valAx>
      <c:dateAx>
        <c:axId val="1428631215"/>
        <c:scaling>
          <c:orientation val="minMax"/>
        </c:scaling>
        <c:delete val="1"/>
        <c:axPos val="b"/>
        <c:numFmt formatCode="[$-419]mmmm\ yyyy;@" sourceLinked="1"/>
        <c:majorTickMark val="out"/>
        <c:minorTickMark val="none"/>
        <c:tickLblPos val="nextTo"/>
        <c:crossAx val="1428624015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LMAU</a:t>
            </a:r>
            <a:r>
              <a:rPr lang="en-US" baseline="0"/>
              <a:t> / LWAU / LDAU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3"/>
          <c:order val="3"/>
          <c:tx>
            <c:strRef>
              <c:f>Лист1!$D$1</c:f>
              <c:strCache>
                <c:ptCount val="1"/>
                <c:pt idx="0">
                  <c:v>LDAU</c:v>
                </c:pt>
              </c:strCache>
            </c:strRef>
          </c:tx>
          <c:spPr>
            <a:ln w="34925" cap="rnd">
              <a:solidFill>
                <a:srgbClr val="0070C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Лист1!$C$2:$C$303</c:f>
              <c:numCache>
                <c:formatCode>m/d/yyyy</c:formatCode>
                <c:ptCount val="302"/>
                <c:pt idx="0">
                  <c:v>44745</c:v>
                </c:pt>
                <c:pt idx="1">
                  <c:v>44746</c:v>
                </c:pt>
                <c:pt idx="2">
                  <c:v>44747</c:v>
                </c:pt>
                <c:pt idx="3">
                  <c:v>44748</c:v>
                </c:pt>
                <c:pt idx="4">
                  <c:v>44749</c:v>
                </c:pt>
                <c:pt idx="5">
                  <c:v>44750</c:v>
                </c:pt>
                <c:pt idx="6">
                  <c:v>44751</c:v>
                </c:pt>
                <c:pt idx="7">
                  <c:v>44752</c:v>
                </c:pt>
                <c:pt idx="8">
                  <c:v>44753</c:v>
                </c:pt>
                <c:pt idx="9">
                  <c:v>44754</c:v>
                </c:pt>
                <c:pt idx="10">
                  <c:v>44755</c:v>
                </c:pt>
                <c:pt idx="11">
                  <c:v>44756</c:v>
                </c:pt>
                <c:pt idx="12">
                  <c:v>44757</c:v>
                </c:pt>
                <c:pt idx="13">
                  <c:v>44758</c:v>
                </c:pt>
                <c:pt idx="14">
                  <c:v>44759</c:v>
                </c:pt>
                <c:pt idx="15">
                  <c:v>44760</c:v>
                </c:pt>
                <c:pt idx="16">
                  <c:v>44761</c:v>
                </c:pt>
                <c:pt idx="17">
                  <c:v>44762</c:v>
                </c:pt>
                <c:pt idx="18">
                  <c:v>44763</c:v>
                </c:pt>
                <c:pt idx="19">
                  <c:v>44764</c:v>
                </c:pt>
                <c:pt idx="20">
                  <c:v>44765</c:v>
                </c:pt>
                <c:pt idx="21">
                  <c:v>44766</c:v>
                </c:pt>
                <c:pt idx="22">
                  <c:v>44767</c:v>
                </c:pt>
                <c:pt idx="23">
                  <c:v>44768</c:v>
                </c:pt>
                <c:pt idx="24">
                  <c:v>44769</c:v>
                </c:pt>
                <c:pt idx="25">
                  <c:v>44770</c:v>
                </c:pt>
                <c:pt idx="26">
                  <c:v>44771</c:v>
                </c:pt>
                <c:pt idx="27">
                  <c:v>44772</c:v>
                </c:pt>
                <c:pt idx="28">
                  <c:v>44773</c:v>
                </c:pt>
                <c:pt idx="29">
                  <c:v>44774</c:v>
                </c:pt>
                <c:pt idx="30">
                  <c:v>44775</c:v>
                </c:pt>
                <c:pt idx="31">
                  <c:v>44776</c:v>
                </c:pt>
                <c:pt idx="32">
                  <c:v>44777</c:v>
                </c:pt>
                <c:pt idx="33">
                  <c:v>44778</c:v>
                </c:pt>
                <c:pt idx="34">
                  <c:v>44779</c:v>
                </c:pt>
                <c:pt idx="35">
                  <c:v>44780</c:v>
                </c:pt>
                <c:pt idx="36">
                  <c:v>44781</c:v>
                </c:pt>
                <c:pt idx="37">
                  <c:v>44782</c:v>
                </c:pt>
                <c:pt idx="38">
                  <c:v>44783</c:v>
                </c:pt>
                <c:pt idx="39">
                  <c:v>44784</c:v>
                </c:pt>
                <c:pt idx="40">
                  <c:v>44785</c:v>
                </c:pt>
                <c:pt idx="41">
                  <c:v>44786</c:v>
                </c:pt>
                <c:pt idx="42">
                  <c:v>44787</c:v>
                </c:pt>
                <c:pt idx="43">
                  <c:v>44788</c:v>
                </c:pt>
                <c:pt idx="44">
                  <c:v>44789</c:v>
                </c:pt>
                <c:pt idx="45">
                  <c:v>44790</c:v>
                </c:pt>
                <c:pt idx="46">
                  <c:v>44791</c:v>
                </c:pt>
                <c:pt idx="47">
                  <c:v>44792</c:v>
                </c:pt>
                <c:pt idx="48">
                  <c:v>44793</c:v>
                </c:pt>
                <c:pt idx="49">
                  <c:v>44794</c:v>
                </c:pt>
                <c:pt idx="50">
                  <c:v>44795</c:v>
                </c:pt>
                <c:pt idx="51">
                  <c:v>44796</c:v>
                </c:pt>
                <c:pt idx="52">
                  <c:v>44797</c:v>
                </c:pt>
                <c:pt idx="53">
                  <c:v>44798</c:v>
                </c:pt>
                <c:pt idx="54">
                  <c:v>44799</c:v>
                </c:pt>
                <c:pt idx="55">
                  <c:v>44800</c:v>
                </c:pt>
                <c:pt idx="56">
                  <c:v>44801</c:v>
                </c:pt>
                <c:pt idx="57">
                  <c:v>44802</c:v>
                </c:pt>
                <c:pt idx="58">
                  <c:v>44803</c:v>
                </c:pt>
                <c:pt idx="59">
                  <c:v>44804</c:v>
                </c:pt>
                <c:pt idx="60">
                  <c:v>44805</c:v>
                </c:pt>
                <c:pt idx="61">
                  <c:v>44806</c:v>
                </c:pt>
                <c:pt idx="62">
                  <c:v>44807</c:v>
                </c:pt>
                <c:pt idx="63">
                  <c:v>44808</c:v>
                </c:pt>
                <c:pt idx="64">
                  <c:v>44809</c:v>
                </c:pt>
                <c:pt idx="65">
                  <c:v>44810</c:v>
                </c:pt>
                <c:pt idx="66">
                  <c:v>44811</c:v>
                </c:pt>
                <c:pt idx="67">
                  <c:v>44812</c:v>
                </c:pt>
                <c:pt idx="68">
                  <c:v>44813</c:v>
                </c:pt>
                <c:pt idx="69">
                  <c:v>44814</c:v>
                </c:pt>
                <c:pt idx="70">
                  <c:v>44815</c:v>
                </c:pt>
                <c:pt idx="71">
                  <c:v>44816</c:v>
                </c:pt>
                <c:pt idx="72">
                  <c:v>44817</c:v>
                </c:pt>
                <c:pt idx="73">
                  <c:v>44818</c:v>
                </c:pt>
                <c:pt idx="74">
                  <c:v>44819</c:v>
                </c:pt>
                <c:pt idx="75">
                  <c:v>44820</c:v>
                </c:pt>
                <c:pt idx="76">
                  <c:v>44821</c:v>
                </c:pt>
                <c:pt idx="77">
                  <c:v>44822</c:v>
                </c:pt>
                <c:pt idx="78">
                  <c:v>44823</c:v>
                </c:pt>
                <c:pt idx="79">
                  <c:v>44824</c:v>
                </c:pt>
                <c:pt idx="80">
                  <c:v>44825</c:v>
                </c:pt>
                <c:pt idx="81">
                  <c:v>44826</c:v>
                </c:pt>
                <c:pt idx="82">
                  <c:v>44827</c:v>
                </c:pt>
                <c:pt idx="83">
                  <c:v>44828</c:v>
                </c:pt>
                <c:pt idx="84">
                  <c:v>44829</c:v>
                </c:pt>
                <c:pt idx="85">
                  <c:v>44830</c:v>
                </c:pt>
                <c:pt idx="86">
                  <c:v>44831</c:v>
                </c:pt>
                <c:pt idx="87">
                  <c:v>44832</c:v>
                </c:pt>
                <c:pt idx="88">
                  <c:v>44833</c:v>
                </c:pt>
                <c:pt idx="89">
                  <c:v>44834</c:v>
                </c:pt>
                <c:pt idx="90">
                  <c:v>44835</c:v>
                </c:pt>
                <c:pt idx="91">
                  <c:v>44836</c:v>
                </c:pt>
                <c:pt idx="92">
                  <c:v>44837</c:v>
                </c:pt>
                <c:pt idx="93">
                  <c:v>44838</c:v>
                </c:pt>
                <c:pt idx="94">
                  <c:v>44839</c:v>
                </c:pt>
                <c:pt idx="95">
                  <c:v>44840</c:v>
                </c:pt>
                <c:pt idx="96">
                  <c:v>44841</c:v>
                </c:pt>
                <c:pt idx="97">
                  <c:v>44842</c:v>
                </c:pt>
                <c:pt idx="98">
                  <c:v>44843</c:v>
                </c:pt>
                <c:pt idx="99">
                  <c:v>44844</c:v>
                </c:pt>
                <c:pt idx="100">
                  <c:v>44845</c:v>
                </c:pt>
                <c:pt idx="101">
                  <c:v>44846</c:v>
                </c:pt>
                <c:pt idx="102">
                  <c:v>44847</c:v>
                </c:pt>
                <c:pt idx="103">
                  <c:v>44848</c:v>
                </c:pt>
                <c:pt idx="104">
                  <c:v>44849</c:v>
                </c:pt>
                <c:pt idx="105">
                  <c:v>44850</c:v>
                </c:pt>
                <c:pt idx="106">
                  <c:v>44851</c:v>
                </c:pt>
                <c:pt idx="107">
                  <c:v>44852</c:v>
                </c:pt>
                <c:pt idx="108">
                  <c:v>44853</c:v>
                </c:pt>
                <c:pt idx="109">
                  <c:v>44854</c:v>
                </c:pt>
                <c:pt idx="110">
                  <c:v>44855</c:v>
                </c:pt>
                <c:pt idx="111">
                  <c:v>44856</c:v>
                </c:pt>
                <c:pt idx="112">
                  <c:v>44857</c:v>
                </c:pt>
                <c:pt idx="113">
                  <c:v>44858</c:v>
                </c:pt>
                <c:pt idx="114">
                  <c:v>44859</c:v>
                </c:pt>
                <c:pt idx="115">
                  <c:v>44860</c:v>
                </c:pt>
                <c:pt idx="116">
                  <c:v>44861</c:v>
                </c:pt>
                <c:pt idx="117">
                  <c:v>44862</c:v>
                </c:pt>
                <c:pt idx="118">
                  <c:v>44863</c:v>
                </c:pt>
                <c:pt idx="119">
                  <c:v>44864</c:v>
                </c:pt>
                <c:pt idx="120">
                  <c:v>44865</c:v>
                </c:pt>
                <c:pt idx="121">
                  <c:v>44866</c:v>
                </c:pt>
                <c:pt idx="122">
                  <c:v>44867</c:v>
                </c:pt>
                <c:pt idx="123">
                  <c:v>44868</c:v>
                </c:pt>
                <c:pt idx="124">
                  <c:v>44869</c:v>
                </c:pt>
                <c:pt idx="125">
                  <c:v>44870</c:v>
                </c:pt>
                <c:pt idx="126">
                  <c:v>44871</c:v>
                </c:pt>
                <c:pt idx="127">
                  <c:v>44872</c:v>
                </c:pt>
                <c:pt idx="128">
                  <c:v>44873</c:v>
                </c:pt>
                <c:pt idx="129">
                  <c:v>44874</c:v>
                </c:pt>
                <c:pt idx="130">
                  <c:v>44875</c:v>
                </c:pt>
                <c:pt idx="131">
                  <c:v>44876</c:v>
                </c:pt>
                <c:pt idx="132">
                  <c:v>44877</c:v>
                </c:pt>
                <c:pt idx="133">
                  <c:v>44878</c:v>
                </c:pt>
                <c:pt idx="134">
                  <c:v>44879</c:v>
                </c:pt>
                <c:pt idx="135">
                  <c:v>44880</c:v>
                </c:pt>
                <c:pt idx="136">
                  <c:v>44881</c:v>
                </c:pt>
                <c:pt idx="137">
                  <c:v>44882</c:v>
                </c:pt>
                <c:pt idx="138">
                  <c:v>44883</c:v>
                </c:pt>
                <c:pt idx="139">
                  <c:v>44884</c:v>
                </c:pt>
                <c:pt idx="140">
                  <c:v>44885</c:v>
                </c:pt>
                <c:pt idx="141">
                  <c:v>44886</c:v>
                </c:pt>
                <c:pt idx="142">
                  <c:v>44887</c:v>
                </c:pt>
                <c:pt idx="143">
                  <c:v>44888</c:v>
                </c:pt>
                <c:pt idx="144">
                  <c:v>44889</c:v>
                </c:pt>
                <c:pt idx="145">
                  <c:v>44890</c:v>
                </c:pt>
                <c:pt idx="146">
                  <c:v>44891</c:v>
                </c:pt>
                <c:pt idx="147">
                  <c:v>44892</c:v>
                </c:pt>
                <c:pt idx="148">
                  <c:v>44893</c:v>
                </c:pt>
                <c:pt idx="149">
                  <c:v>44894</c:v>
                </c:pt>
                <c:pt idx="150">
                  <c:v>44895</c:v>
                </c:pt>
                <c:pt idx="151">
                  <c:v>44896</c:v>
                </c:pt>
                <c:pt idx="152">
                  <c:v>44897</c:v>
                </c:pt>
                <c:pt idx="153">
                  <c:v>44898</c:v>
                </c:pt>
                <c:pt idx="154">
                  <c:v>44899</c:v>
                </c:pt>
                <c:pt idx="155">
                  <c:v>44900</c:v>
                </c:pt>
                <c:pt idx="156">
                  <c:v>44901</c:v>
                </c:pt>
                <c:pt idx="157">
                  <c:v>44902</c:v>
                </c:pt>
                <c:pt idx="158">
                  <c:v>44903</c:v>
                </c:pt>
                <c:pt idx="159">
                  <c:v>44904</c:v>
                </c:pt>
                <c:pt idx="160">
                  <c:v>44905</c:v>
                </c:pt>
                <c:pt idx="161">
                  <c:v>44906</c:v>
                </c:pt>
                <c:pt idx="162">
                  <c:v>44907</c:v>
                </c:pt>
                <c:pt idx="163">
                  <c:v>44908</c:v>
                </c:pt>
                <c:pt idx="164">
                  <c:v>44909</c:v>
                </c:pt>
                <c:pt idx="165">
                  <c:v>44910</c:v>
                </c:pt>
                <c:pt idx="166">
                  <c:v>44911</c:v>
                </c:pt>
                <c:pt idx="167">
                  <c:v>44912</c:v>
                </c:pt>
                <c:pt idx="168">
                  <c:v>44913</c:v>
                </c:pt>
                <c:pt idx="169">
                  <c:v>44914</c:v>
                </c:pt>
                <c:pt idx="170">
                  <c:v>44915</c:v>
                </c:pt>
                <c:pt idx="171">
                  <c:v>44916</c:v>
                </c:pt>
                <c:pt idx="172">
                  <c:v>44917</c:v>
                </c:pt>
                <c:pt idx="173">
                  <c:v>44918</c:v>
                </c:pt>
                <c:pt idx="174">
                  <c:v>44919</c:v>
                </c:pt>
                <c:pt idx="175">
                  <c:v>44920</c:v>
                </c:pt>
                <c:pt idx="176">
                  <c:v>44921</c:v>
                </c:pt>
                <c:pt idx="177">
                  <c:v>44922</c:v>
                </c:pt>
                <c:pt idx="178">
                  <c:v>44923</c:v>
                </c:pt>
                <c:pt idx="179">
                  <c:v>44924</c:v>
                </c:pt>
                <c:pt idx="180">
                  <c:v>44925</c:v>
                </c:pt>
                <c:pt idx="181">
                  <c:v>44926</c:v>
                </c:pt>
                <c:pt idx="182">
                  <c:v>44927</c:v>
                </c:pt>
                <c:pt idx="183">
                  <c:v>44928</c:v>
                </c:pt>
                <c:pt idx="184">
                  <c:v>44929</c:v>
                </c:pt>
                <c:pt idx="185">
                  <c:v>44930</c:v>
                </c:pt>
                <c:pt idx="186">
                  <c:v>44931</c:v>
                </c:pt>
                <c:pt idx="187">
                  <c:v>44932</c:v>
                </c:pt>
                <c:pt idx="188">
                  <c:v>44933</c:v>
                </c:pt>
                <c:pt idx="189">
                  <c:v>44934</c:v>
                </c:pt>
                <c:pt idx="190">
                  <c:v>44935</c:v>
                </c:pt>
                <c:pt idx="191">
                  <c:v>44936</c:v>
                </c:pt>
                <c:pt idx="192">
                  <c:v>44937</c:v>
                </c:pt>
                <c:pt idx="193">
                  <c:v>44938</c:v>
                </c:pt>
                <c:pt idx="194">
                  <c:v>44939</c:v>
                </c:pt>
                <c:pt idx="195">
                  <c:v>44940</c:v>
                </c:pt>
                <c:pt idx="196">
                  <c:v>44941</c:v>
                </c:pt>
                <c:pt idx="197">
                  <c:v>44942</c:v>
                </c:pt>
                <c:pt idx="198">
                  <c:v>44943</c:v>
                </c:pt>
                <c:pt idx="199">
                  <c:v>44944</c:v>
                </c:pt>
                <c:pt idx="200">
                  <c:v>44945</c:v>
                </c:pt>
                <c:pt idx="201">
                  <c:v>44946</c:v>
                </c:pt>
                <c:pt idx="202">
                  <c:v>44947</c:v>
                </c:pt>
                <c:pt idx="203">
                  <c:v>44948</c:v>
                </c:pt>
                <c:pt idx="204">
                  <c:v>44949</c:v>
                </c:pt>
                <c:pt idx="205">
                  <c:v>44950</c:v>
                </c:pt>
                <c:pt idx="206">
                  <c:v>44951</c:v>
                </c:pt>
                <c:pt idx="207">
                  <c:v>44952</c:v>
                </c:pt>
                <c:pt idx="208">
                  <c:v>44953</c:v>
                </c:pt>
                <c:pt idx="209">
                  <c:v>44954</c:v>
                </c:pt>
                <c:pt idx="210">
                  <c:v>44955</c:v>
                </c:pt>
                <c:pt idx="211">
                  <c:v>44956</c:v>
                </c:pt>
                <c:pt idx="212">
                  <c:v>44957</c:v>
                </c:pt>
                <c:pt idx="213">
                  <c:v>44958</c:v>
                </c:pt>
                <c:pt idx="214">
                  <c:v>44959</c:v>
                </c:pt>
                <c:pt idx="215">
                  <c:v>44960</c:v>
                </c:pt>
                <c:pt idx="216">
                  <c:v>44961</c:v>
                </c:pt>
                <c:pt idx="217">
                  <c:v>44962</c:v>
                </c:pt>
                <c:pt idx="218">
                  <c:v>44963</c:v>
                </c:pt>
                <c:pt idx="219">
                  <c:v>44964</c:v>
                </c:pt>
                <c:pt idx="220">
                  <c:v>44965</c:v>
                </c:pt>
                <c:pt idx="221">
                  <c:v>44966</c:v>
                </c:pt>
                <c:pt idx="222">
                  <c:v>44967</c:v>
                </c:pt>
                <c:pt idx="223">
                  <c:v>44968</c:v>
                </c:pt>
                <c:pt idx="224">
                  <c:v>44969</c:v>
                </c:pt>
                <c:pt idx="225">
                  <c:v>44970</c:v>
                </c:pt>
                <c:pt idx="226">
                  <c:v>44971</c:v>
                </c:pt>
                <c:pt idx="227">
                  <c:v>44972</c:v>
                </c:pt>
                <c:pt idx="228">
                  <c:v>44973</c:v>
                </c:pt>
                <c:pt idx="229">
                  <c:v>44974</c:v>
                </c:pt>
                <c:pt idx="230">
                  <c:v>44975</c:v>
                </c:pt>
                <c:pt idx="231">
                  <c:v>44976</c:v>
                </c:pt>
                <c:pt idx="232">
                  <c:v>44977</c:v>
                </c:pt>
                <c:pt idx="233">
                  <c:v>44978</c:v>
                </c:pt>
                <c:pt idx="234">
                  <c:v>44979</c:v>
                </c:pt>
                <c:pt idx="235">
                  <c:v>44980</c:v>
                </c:pt>
                <c:pt idx="236">
                  <c:v>44981</c:v>
                </c:pt>
                <c:pt idx="237">
                  <c:v>44982</c:v>
                </c:pt>
                <c:pt idx="238">
                  <c:v>44983</c:v>
                </c:pt>
                <c:pt idx="239">
                  <c:v>44984</c:v>
                </c:pt>
                <c:pt idx="240">
                  <c:v>44985</c:v>
                </c:pt>
                <c:pt idx="241">
                  <c:v>44986</c:v>
                </c:pt>
                <c:pt idx="242">
                  <c:v>44987</c:v>
                </c:pt>
                <c:pt idx="243">
                  <c:v>44988</c:v>
                </c:pt>
                <c:pt idx="244">
                  <c:v>44989</c:v>
                </c:pt>
                <c:pt idx="245">
                  <c:v>44990</c:v>
                </c:pt>
                <c:pt idx="246">
                  <c:v>44991</c:v>
                </c:pt>
                <c:pt idx="247">
                  <c:v>44992</c:v>
                </c:pt>
                <c:pt idx="248">
                  <c:v>44993</c:v>
                </c:pt>
                <c:pt idx="249">
                  <c:v>44994</c:v>
                </c:pt>
                <c:pt idx="250">
                  <c:v>44995</c:v>
                </c:pt>
                <c:pt idx="251">
                  <c:v>44996</c:v>
                </c:pt>
                <c:pt idx="252">
                  <c:v>44997</c:v>
                </c:pt>
                <c:pt idx="253">
                  <c:v>44998</c:v>
                </c:pt>
                <c:pt idx="254">
                  <c:v>44999</c:v>
                </c:pt>
                <c:pt idx="255">
                  <c:v>45000</c:v>
                </c:pt>
                <c:pt idx="256">
                  <c:v>45001</c:v>
                </c:pt>
                <c:pt idx="257">
                  <c:v>45002</c:v>
                </c:pt>
                <c:pt idx="258">
                  <c:v>45003</c:v>
                </c:pt>
                <c:pt idx="259">
                  <c:v>45004</c:v>
                </c:pt>
                <c:pt idx="260">
                  <c:v>45005</c:v>
                </c:pt>
                <c:pt idx="261">
                  <c:v>45006</c:v>
                </c:pt>
                <c:pt idx="262">
                  <c:v>45007</c:v>
                </c:pt>
                <c:pt idx="263">
                  <c:v>45008</c:v>
                </c:pt>
                <c:pt idx="264">
                  <c:v>45009</c:v>
                </c:pt>
                <c:pt idx="265">
                  <c:v>45010</c:v>
                </c:pt>
                <c:pt idx="266">
                  <c:v>45011</c:v>
                </c:pt>
                <c:pt idx="267">
                  <c:v>45012</c:v>
                </c:pt>
                <c:pt idx="268">
                  <c:v>45013</c:v>
                </c:pt>
                <c:pt idx="269">
                  <c:v>45014</c:v>
                </c:pt>
                <c:pt idx="270">
                  <c:v>45015</c:v>
                </c:pt>
                <c:pt idx="271">
                  <c:v>45016</c:v>
                </c:pt>
                <c:pt idx="272">
                  <c:v>45017</c:v>
                </c:pt>
                <c:pt idx="273">
                  <c:v>45018</c:v>
                </c:pt>
                <c:pt idx="274">
                  <c:v>45019</c:v>
                </c:pt>
                <c:pt idx="275">
                  <c:v>45020</c:v>
                </c:pt>
                <c:pt idx="276">
                  <c:v>45021</c:v>
                </c:pt>
                <c:pt idx="277">
                  <c:v>45022</c:v>
                </c:pt>
                <c:pt idx="278">
                  <c:v>45023</c:v>
                </c:pt>
                <c:pt idx="279">
                  <c:v>45024</c:v>
                </c:pt>
                <c:pt idx="280">
                  <c:v>45025</c:v>
                </c:pt>
                <c:pt idx="281">
                  <c:v>45026</c:v>
                </c:pt>
                <c:pt idx="282">
                  <c:v>45027</c:v>
                </c:pt>
                <c:pt idx="283">
                  <c:v>45028</c:v>
                </c:pt>
                <c:pt idx="284">
                  <c:v>45029</c:v>
                </c:pt>
                <c:pt idx="285">
                  <c:v>45030</c:v>
                </c:pt>
                <c:pt idx="286">
                  <c:v>45031</c:v>
                </c:pt>
                <c:pt idx="287">
                  <c:v>45032</c:v>
                </c:pt>
                <c:pt idx="288">
                  <c:v>45033</c:v>
                </c:pt>
                <c:pt idx="289">
                  <c:v>45034</c:v>
                </c:pt>
                <c:pt idx="290">
                  <c:v>45035</c:v>
                </c:pt>
                <c:pt idx="291">
                  <c:v>45036</c:v>
                </c:pt>
                <c:pt idx="292">
                  <c:v>45037</c:v>
                </c:pt>
                <c:pt idx="293">
                  <c:v>45038</c:v>
                </c:pt>
                <c:pt idx="294">
                  <c:v>45039</c:v>
                </c:pt>
                <c:pt idx="295">
                  <c:v>45040</c:v>
                </c:pt>
                <c:pt idx="296">
                  <c:v>45041</c:v>
                </c:pt>
                <c:pt idx="297">
                  <c:v>45042</c:v>
                </c:pt>
                <c:pt idx="298">
                  <c:v>45043</c:v>
                </c:pt>
                <c:pt idx="299">
                  <c:v>45044</c:v>
                </c:pt>
                <c:pt idx="300">
                  <c:v>45045</c:v>
                </c:pt>
                <c:pt idx="301">
                  <c:v>45046</c:v>
                </c:pt>
              </c:numCache>
            </c:numRef>
          </c:cat>
          <c:val>
            <c:numRef>
              <c:f>Лист1!$D$2:$D$303</c:f>
              <c:numCache>
                <c:formatCode>#,##0</c:formatCode>
                <c:ptCount val="302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10</c:v>
                </c:pt>
                <c:pt idx="7">
                  <c:v>9</c:v>
                </c:pt>
                <c:pt idx="8">
                  <c:v>5</c:v>
                </c:pt>
                <c:pt idx="9">
                  <c:v>7</c:v>
                </c:pt>
                <c:pt idx="10">
                  <c:v>11</c:v>
                </c:pt>
                <c:pt idx="11">
                  <c:v>9</c:v>
                </c:pt>
                <c:pt idx="12">
                  <c:v>7</c:v>
                </c:pt>
                <c:pt idx="13">
                  <c:v>14</c:v>
                </c:pt>
                <c:pt idx="14">
                  <c:v>16</c:v>
                </c:pt>
                <c:pt idx="15">
                  <c:v>9</c:v>
                </c:pt>
                <c:pt idx="16">
                  <c:v>12</c:v>
                </c:pt>
                <c:pt idx="17">
                  <c:v>11</c:v>
                </c:pt>
                <c:pt idx="18">
                  <c:v>18</c:v>
                </c:pt>
                <c:pt idx="19">
                  <c:v>15</c:v>
                </c:pt>
                <c:pt idx="20">
                  <c:v>18</c:v>
                </c:pt>
                <c:pt idx="21">
                  <c:v>18</c:v>
                </c:pt>
                <c:pt idx="22">
                  <c:v>25</c:v>
                </c:pt>
                <c:pt idx="23">
                  <c:v>18</c:v>
                </c:pt>
                <c:pt idx="24">
                  <c:v>17</c:v>
                </c:pt>
                <c:pt idx="25">
                  <c:v>28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13</c:v>
                </c:pt>
                <c:pt idx="30">
                  <c:v>25</c:v>
                </c:pt>
                <c:pt idx="31">
                  <c:v>26</c:v>
                </c:pt>
                <c:pt idx="32">
                  <c:v>26</c:v>
                </c:pt>
                <c:pt idx="33">
                  <c:v>27</c:v>
                </c:pt>
                <c:pt idx="34">
                  <c:v>30</c:v>
                </c:pt>
                <c:pt idx="35">
                  <c:v>24</c:v>
                </c:pt>
                <c:pt idx="36">
                  <c:v>26</c:v>
                </c:pt>
                <c:pt idx="37">
                  <c:v>23</c:v>
                </c:pt>
                <c:pt idx="38">
                  <c:v>24</c:v>
                </c:pt>
                <c:pt idx="39">
                  <c:v>31</c:v>
                </c:pt>
                <c:pt idx="40">
                  <c:v>30</c:v>
                </c:pt>
                <c:pt idx="41">
                  <c:v>25</c:v>
                </c:pt>
                <c:pt idx="42">
                  <c:v>21</c:v>
                </c:pt>
                <c:pt idx="43">
                  <c:v>22</c:v>
                </c:pt>
                <c:pt idx="44">
                  <c:v>23</c:v>
                </c:pt>
                <c:pt idx="45">
                  <c:v>23</c:v>
                </c:pt>
                <c:pt idx="46">
                  <c:v>26</c:v>
                </c:pt>
                <c:pt idx="47">
                  <c:v>32</c:v>
                </c:pt>
                <c:pt idx="48">
                  <c:v>31</c:v>
                </c:pt>
                <c:pt idx="49">
                  <c:v>30</c:v>
                </c:pt>
                <c:pt idx="50">
                  <c:v>19</c:v>
                </c:pt>
                <c:pt idx="51">
                  <c:v>28</c:v>
                </c:pt>
                <c:pt idx="52">
                  <c:v>30</c:v>
                </c:pt>
                <c:pt idx="53">
                  <c:v>27</c:v>
                </c:pt>
                <c:pt idx="54">
                  <c:v>25</c:v>
                </c:pt>
                <c:pt idx="55">
                  <c:v>30</c:v>
                </c:pt>
                <c:pt idx="56">
                  <c:v>26</c:v>
                </c:pt>
                <c:pt idx="57">
                  <c:v>21</c:v>
                </c:pt>
                <c:pt idx="58">
                  <c:v>26</c:v>
                </c:pt>
                <c:pt idx="59">
                  <c:v>21</c:v>
                </c:pt>
                <c:pt idx="60">
                  <c:v>24</c:v>
                </c:pt>
                <c:pt idx="61">
                  <c:v>27</c:v>
                </c:pt>
                <c:pt idx="62">
                  <c:v>23</c:v>
                </c:pt>
                <c:pt idx="63">
                  <c:v>24</c:v>
                </c:pt>
                <c:pt idx="64">
                  <c:v>18</c:v>
                </c:pt>
                <c:pt idx="65">
                  <c:v>18</c:v>
                </c:pt>
                <c:pt idx="66">
                  <c:v>17</c:v>
                </c:pt>
                <c:pt idx="67">
                  <c:v>24</c:v>
                </c:pt>
                <c:pt idx="68">
                  <c:v>33</c:v>
                </c:pt>
                <c:pt idx="69">
                  <c:v>19</c:v>
                </c:pt>
                <c:pt idx="70">
                  <c:v>24</c:v>
                </c:pt>
                <c:pt idx="71">
                  <c:v>22</c:v>
                </c:pt>
                <c:pt idx="72">
                  <c:v>25</c:v>
                </c:pt>
                <c:pt idx="73">
                  <c:v>19</c:v>
                </c:pt>
                <c:pt idx="74">
                  <c:v>29</c:v>
                </c:pt>
                <c:pt idx="75">
                  <c:v>32</c:v>
                </c:pt>
                <c:pt idx="76">
                  <c:v>24</c:v>
                </c:pt>
                <c:pt idx="77">
                  <c:v>25</c:v>
                </c:pt>
                <c:pt idx="78">
                  <c:v>25</c:v>
                </c:pt>
                <c:pt idx="79">
                  <c:v>29</c:v>
                </c:pt>
                <c:pt idx="80">
                  <c:v>30</c:v>
                </c:pt>
                <c:pt idx="81">
                  <c:v>23</c:v>
                </c:pt>
                <c:pt idx="82">
                  <c:v>19</c:v>
                </c:pt>
                <c:pt idx="83">
                  <c:v>18</c:v>
                </c:pt>
                <c:pt idx="84">
                  <c:v>30</c:v>
                </c:pt>
                <c:pt idx="85">
                  <c:v>22</c:v>
                </c:pt>
                <c:pt idx="86">
                  <c:v>21</c:v>
                </c:pt>
                <c:pt idx="87">
                  <c:v>20</c:v>
                </c:pt>
                <c:pt idx="88">
                  <c:v>17</c:v>
                </c:pt>
                <c:pt idx="89">
                  <c:v>16</c:v>
                </c:pt>
                <c:pt idx="90">
                  <c:v>22</c:v>
                </c:pt>
                <c:pt idx="91">
                  <c:v>15</c:v>
                </c:pt>
                <c:pt idx="92">
                  <c:v>20</c:v>
                </c:pt>
                <c:pt idx="93">
                  <c:v>25</c:v>
                </c:pt>
                <c:pt idx="94">
                  <c:v>18</c:v>
                </c:pt>
                <c:pt idx="95">
                  <c:v>27</c:v>
                </c:pt>
                <c:pt idx="96">
                  <c:v>22</c:v>
                </c:pt>
                <c:pt idx="97">
                  <c:v>18</c:v>
                </c:pt>
                <c:pt idx="98">
                  <c:v>20</c:v>
                </c:pt>
                <c:pt idx="99">
                  <c:v>17</c:v>
                </c:pt>
                <c:pt idx="100">
                  <c:v>24</c:v>
                </c:pt>
                <c:pt idx="101">
                  <c:v>22</c:v>
                </c:pt>
                <c:pt idx="102">
                  <c:v>19</c:v>
                </c:pt>
                <c:pt idx="103">
                  <c:v>26</c:v>
                </c:pt>
                <c:pt idx="104">
                  <c:v>22</c:v>
                </c:pt>
                <c:pt idx="105">
                  <c:v>24</c:v>
                </c:pt>
                <c:pt idx="106">
                  <c:v>20</c:v>
                </c:pt>
                <c:pt idx="107">
                  <c:v>16</c:v>
                </c:pt>
                <c:pt idx="108">
                  <c:v>25</c:v>
                </c:pt>
                <c:pt idx="109">
                  <c:v>15</c:v>
                </c:pt>
                <c:pt idx="110">
                  <c:v>21</c:v>
                </c:pt>
                <c:pt idx="111">
                  <c:v>21</c:v>
                </c:pt>
                <c:pt idx="112">
                  <c:v>16</c:v>
                </c:pt>
                <c:pt idx="113">
                  <c:v>18</c:v>
                </c:pt>
                <c:pt idx="114">
                  <c:v>20</c:v>
                </c:pt>
                <c:pt idx="115">
                  <c:v>18</c:v>
                </c:pt>
                <c:pt idx="116">
                  <c:v>20</c:v>
                </c:pt>
                <c:pt idx="117">
                  <c:v>24</c:v>
                </c:pt>
                <c:pt idx="118">
                  <c:v>18</c:v>
                </c:pt>
                <c:pt idx="119">
                  <c:v>26</c:v>
                </c:pt>
                <c:pt idx="120">
                  <c:v>24</c:v>
                </c:pt>
                <c:pt idx="121">
                  <c:v>19</c:v>
                </c:pt>
                <c:pt idx="122">
                  <c:v>15</c:v>
                </c:pt>
                <c:pt idx="123">
                  <c:v>23</c:v>
                </c:pt>
                <c:pt idx="124">
                  <c:v>19</c:v>
                </c:pt>
                <c:pt idx="125">
                  <c:v>16</c:v>
                </c:pt>
                <c:pt idx="126">
                  <c:v>18</c:v>
                </c:pt>
                <c:pt idx="127">
                  <c:v>18</c:v>
                </c:pt>
                <c:pt idx="128">
                  <c:v>23</c:v>
                </c:pt>
                <c:pt idx="129">
                  <c:v>22</c:v>
                </c:pt>
                <c:pt idx="130">
                  <c:v>25</c:v>
                </c:pt>
                <c:pt idx="131">
                  <c:v>19</c:v>
                </c:pt>
                <c:pt idx="132">
                  <c:v>19</c:v>
                </c:pt>
                <c:pt idx="133">
                  <c:v>15</c:v>
                </c:pt>
                <c:pt idx="134">
                  <c:v>14</c:v>
                </c:pt>
                <c:pt idx="135">
                  <c:v>16</c:v>
                </c:pt>
                <c:pt idx="136">
                  <c:v>14</c:v>
                </c:pt>
                <c:pt idx="137">
                  <c:v>17</c:v>
                </c:pt>
                <c:pt idx="138">
                  <c:v>20</c:v>
                </c:pt>
                <c:pt idx="139">
                  <c:v>13</c:v>
                </c:pt>
                <c:pt idx="140">
                  <c:v>21</c:v>
                </c:pt>
                <c:pt idx="141">
                  <c:v>9</c:v>
                </c:pt>
                <c:pt idx="142">
                  <c:v>16</c:v>
                </c:pt>
                <c:pt idx="143">
                  <c:v>18</c:v>
                </c:pt>
                <c:pt idx="144">
                  <c:v>10</c:v>
                </c:pt>
                <c:pt idx="145">
                  <c:v>15</c:v>
                </c:pt>
                <c:pt idx="146">
                  <c:v>12</c:v>
                </c:pt>
                <c:pt idx="147">
                  <c:v>12</c:v>
                </c:pt>
                <c:pt idx="148">
                  <c:v>14</c:v>
                </c:pt>
                <c:pt idx="149">
                  <c:v>5</c:v>
                </c:pt>
                <c:pt idx="150">
                  <c:v>8</c:v>
                </c:pt>
                <c:pt idx="151">
                  <c:v>9</c:v>
                </c:pt>
                <c:pt idx="152">
                  <c:v>11</c:v>
                </c:pt>
                <c:pt idx="153">
                  <c:v>9</c:v>
                </c:pt>
                <c:pt idx="154">
                  <c:v>13</c:v>
                </c:pt>
                <c:pt idx="155">
                  <c:v>6</c:v>
                </c:pt>
                <c:pt idx="156">
                  <c:v>16</c:v>
                </c:pt>
                <c:pt idx="157">
                  <c:v>13</c:v>
                </c:pt>
                <c:pt idx="158">
                  <c:v>11</c:v>
                </c:pt>
                <c:pt idx="159">
                  <c:v>13</c:v>
                </c:pt>
                <c:pt idx="160">
                  <c:v>6</c:v>
                </c:pt>
                <c:pt idx="161">
                  <c:v>12</c:v>
                </c:pt>
                <c:pt idx="162">
                  <c:v>12</c:v>
                </c:pt>
                <c:pt idx="163">
                  <c:v>15</c:v>
                </c:pt>
                <c:pt idx="164">
                  <c:v>7</c:v>
                </c:pt>
                <c:pt idx="165">
                  <c:v>7</c:v>
                </c:pt>
                <c:pt idx="166">
                  <c:v>8</c:v>
                </c:pt>
                <c:pt idx="167">
                  <c:v>12</c:v>
                </c:pt>
                <c:pt idx="168">
                  <c:v>8</c:v>
                </c:pt>
                <c:pt idx="169">
                  <c:v>8</c:v>
                </c:pt>
                <c:pt idx="170">
                  <c:v>9</c:v>
                </c:pt>
                <c:pt idx="171">
                  <c:v>9</c:v>
                </c:pt>
                <c:pt idx="172">
                  <c:v>12</c:v>
                </c:pt>
                <c:pt idx="173">
                  <c:v>13</c:v>
                </c:pt>
                <c:pt idx="174">
                  <c:v>10</c:v>
                </c:pt>
                <c:pt idx="175">
                  <c:v>8</c:v>
                </c:pt>
                <c:pt idx="176">
                  <c:v>9</c:v>
                </c:pt>
                <c:pt idx="177">
                  <c:v>10</c:v>
                </c:pt>
                <c:pt idx="178">
                  <c:v>10</c:v>
                </c:pt>
                <c:pt idx="179">
                  <c:v>14</c:v>
                </c:pt>
                <c:pt idx="180">
                  <c:v>10</c:v>
                </c:pt>
                <c:pt idx="181">
                  <c:v>15</c:v>
                </c:pt>
                <c:pt idx="182">
                  <c:v>12</c:v>
                </c:pt>
                <c:pt idx="183">
                  <c:v>14</c:v>
                </c:pt>
                <c:pt idx="184">
                  <c:v>17</c:v>
                </c:pt>
                <c:pt idx="185">
                  <c:v>17</c:v>
                </c:pt>
                <c:pt idx="186">
                  <c:v>16</c:v>
                </c:pt>
                <c:pt idx="187">
                  <c:v>12</c:v>
                </c:pt>
                <c:pt idx="188">
                  <c:v>9</c:v>
                </c:pt>
                <c:pt idx="189">
                  <c:v>21</c:v>
                </c:pt>
                <c:pt idx="190">
                  <c:v>14</c:v>
                </c:pt>
                <c:pt idx="191">
                  <c:v>17</c:v>
                </c:pt>
                <c:pt idx="192">
                  <c:v>27</c:v>
                </c:pt>
                <c:pt idx="193">
                  <c:v>18</c:v>
                </c:pt>
                <c:pt idx="194">
                  <c:v>24</c:v>
                </c:pt>
                <c:pt idx="195">
                  <c:v>29</c:v>
                </c:pt>
                <c:pt idx="196">
                  <c:v>26</c:v>
                </c:pt>
                <c:pt idx="197">
                  <c:v>26</c:v>
                </c:pt>
                <c:pt idx="198">
                  <c:v>32</c:v>
                </c:pt>
                <c:pt idx="199">
                  <c:v>29</c:v>
                </c:pt>
                <c:pt idx="200">
                  <c:v>25</c:v>
                </c:pt>
                <c:pt idx="201">
                  <c:v>31</c:v>
                </c:pt>
                <c:pt idx="202">
                  <c:v>25</c:v>
                </c:pt>
                <c:pt idx="203">
                  <c:v>41</c:v>
                </c:pt>
                <c:pt idx="204">
                  <c:v>31</c:v>
                </c:pt>
                <c:pt idx="205">
                  <c:v>39</c:v>
                </c:pt>
                <c:pt idx="206">
                  <c:v>42</c:v>
                </c:pt>
                <c:pt idx="207">
                  <c:v>28</c:v>
                </c:pt>
                <c:pt idx="208">
                  <c:v>29</c:v>
                </c:pt>
                <c:pt idx="209">
                  <c:v>34</c:v>
                </c:pt>
                <c:pt idx="210">
                  <c:v>33</c:v>
                </c:pt>
                <c:pt idx="211">
                  <c:v>42</c:v>
                </c:pt>
                <c:pt idx="212">
                  <c:v>43</c:v>
                </c:pt>
                <c:pt idx="213">
                  <c:v>35</c:v>
                </c:pt>
                <c:pt idx="214">
                  <c:v>36</c:v>
                </c:pt>
                <c:pt idx="215">
                  <c:v>39</c:v>
                </c:pt>
                <c:pt idx="216">
                  <c:v>35</c:v>
                </c:pt>
                <c:pt idx="217">
                  <c:v>38</c:v>
                </c:pt>
                <c:pt idx="218">
                  <c:v>37</c:v>
                </c:pt>
                <c:pt idx="219">
                  <c:v>30</c:v>
                </c:pt>
                <c:pt idx="220">
                  <c:v>45</c:v>
                </c:pt>
                <c:pt idx="221">
                  <c:v>32</c:v>
                </c:pt>
                <c:pt idx="222">
                  <c:v>41</c:v>
                </c:pt>
                <c:pt idx="223">
                  <c:v>41</c:v>
                </c:pt>
                <c:pt idx="224">
                  <c:v>42</c:v>
                </c:pt>
                <c:pt idx="225">
                  <c:v>28</c:v>
                </c:pt>
                <c:pt idx="226">
                  <c:v>39</c:v>
                </c:pt>
                <c:pt idx="227">
                  <c:v>41</c:v>
                </c:pt>
                <c:pt idx="228">
                  <c:v>38</c:v>
                </c:pt>
                <c:pt idx="229">
                  <c:v>39</c:v>
                </c:pt>
                <c:pt idx="230">
                  <c:v>41</c:v>
                </c:pt>
                <c:pt idx="231">
                  <c:v>32</c:v>
                </c:pt>
                <c:pt idx="232">
                  <c:v>28</c:v>
                </c:pt>
                <c:pt idx="233">
                  <c:v>38</c:v>
                </c:pt>
                <c:pt idx="234">
                  <c:v>35</c:v>
                </c:pt>
                <c:pt idx="235">
                  <c:v>24</c:v>
                </c:pt>
                <c:pt idx="236">
                  <c:v>30</c:v>
                </c:pt>
                <c:pt idx="237">
                  <c:v>39</c:v>
                </c:pt>
                <c:pt idx="238">
                  <c:v>46</c:v>
                </c:pt>
                <c:pt idx="239">
                  <c:v>36</c:v>
                </c:pt>
                <c:pt idx="240">
                  <c:v>44</c:v>
                </c:pt>
                <c:pt idx="241">
                  <c:v>42</c:v>
                </c:pt>
                <c:pt idx="242">
                  <c:v>46</c:v>
                </c:pt>
                <c:pt idx="243">
                  <c:v>55</c:v>
                </c:pt>
                <c:pt idx="244">
                  <c:v>53</c:v>
                </c:pt>
                <c:pt idx="245">
                  <c:v>64</c:v>
                </c:pt>
                <c:pt idx="246">
                  <c:v>57</c:v>
                </c:pt>
                <c:pt idx="247">
                  <c:v>37</c:v>
                </c:pt>
                <c:pt idx="248">
                  <c:v>55</c:v>
                </c:pt>
                <c:pt idx="249">
                  <c:v>59</c:v>
                </c:pt>
                <c:pt idx="250">
                  <c:v>60</c:v>
                </c:pt>
                <c:pt idx="251">
                  <c:v>55</c:v>
                </c:pt>
                <c:pt idx="252">
                  <c:v>54</c:v>
                </c:pt>
                <c:pt idx="253">
                  <c:v>64</c:v>
                </c:pt>
                <c:pt idx="254">
                  <c:v>47</c:v>
                </c:pt>
                <c:pt idx="255">
                  <c:v>66</c:v>
                </c:pt>
                <c:pt idx="256">
                  <c:v>69</c:v>
                </c:pt>
                <c:pt idx="257">
                  <c:v>52</c:v>
                </c:pt>
                <c:pt idx="258">
                  <c:v>65</c:v>
                </c:pt>
                <c:pt idx="259">
                  <c:v>75</c:v>
                </c:pt>
                <c:pt idx="260">
                  <c:v>64</c:v>
                </c:pt>
                <c:pt idx="261">
                  <c:v>75</c:v>
                </c:pt>
                <c:pt idx="262">
                  <c:v>43</c:v>
                </c:pt>
                <c:pt idx="263">
                  <c:v>74</c:v>
                </c:pt>
                <c:pt idx="264">
                  <c:v>48</c:v>
                </c:pt>
                <c:pt idx="265">
                  <c:v>54</c:v>
                </c:pt>
                <c:pt idx="266">
                  <c:v>52</c:v>
                </c:pt>
                <c:pt idx="267">
                  <c:v>46</c:v>
                </c:pt>
                <c:pt idx="268">
                  <c:v>46</c:v>
                </c:pt>
                <c:pt idx="269">
                  <c:v>49</c:v>
                </c:pt>
                <c:pt idx="270">
                  <c:v>42</c:v>
                </c:pt>
                <c:pt idx="271">
                  <c:v>58</c:v>
                </c:pt>
                <c:pt idx="272">
                  <c:v>65</c:v>
                </c:pt>
                <c:pt idx="273">
                  <c:v>58</c:v>
                </c:pt>
                <c:pt idx="274">
                  <c:v>57</c:v>
                </c:pt>
                <c:pt idx="275">
                  <c:v>61</c:v>
                </c:pt>
                <c:pt idx="276">
                  <c:v>67</c:v>
                </c:pt>
                <c:pt idx="277">
                  <c:v>69</c:v>
                </c:pt>
                <c:pt idx="278">
                  <c:v>53</c:v>
                </c:pt>
                <c:pt idx="279">
                  <c:v>69</c:v>
                </c:pt>
                <c:pt idx="280">
                  <c:v>61</c:v>
                </c:pt>
                <c:pt idx="281">
                  <c:v>46</c:v>
                </c:pt>
                <c:pt idx="282">
                  <c:v>52</c:v>
                </c:pt>
                <c:pt idx="283">
                  <c:v>53</c:v>
                </c:pt>
                <c:pt idx="284">
                  <c:v>49</c:v>
                </c:pt>
                <c:pt idx="285">
                  <c:v>53</c:v>
                </c:pt>
                <c:pt idx="286">
                  <c:v>49</c:v>
                </c:pt>
                <c:pt idx="287">
                  <c:v>55</c:v>
                </c:pt>
                <c:pt idx="288">
                  <c:v>47</c:v>
                </c:pt>
                <c:pt idx="289">
                  <c:v>50</c:v>
                </c:pt>
                <c:pt idx="290">
                  <c:v>41</c:v>
                </c:pt>
                <c:pt idx="291">
                  <c:v>44</c:v>
                </c:pt>
                <c:pt idx="292">
                  <c:v>33</c:v>
                </c:pt>
                <c:pt idx="293">
                  <c:v>31</c:v>
                </c:pt>
                <c:pt idx="294">
                  <c:v>30</c:v>
                </c:pt>
                <c:pt idx="295">
                  <c:v>29</c:v>
                </c:pt>
                <c:pt idx="296">
                  <c:v>31</c:v>
                </c:pt>
                <c:pt idx="297">
                  <c:v>31</c:v>
                </c:pt>
                <c:pt idx="298">
                  <c:v>19</c:v>
                </c:pt>
                <c:pt idx="299">
                  <c:v>26</c:v>
                </c:pt>
                <c:pt idx="300">
                  <c:v>24</c:v>
                </c:pt>
                <c:pt idx="301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6D-4C03-BF13-FCABF611A80D}"/>
            </c:ext>
          </c:extLst>
        </c:ser>
        <c:ser>
          <c:idx val="4"/>
          <c:order val="4"/>
          <c:tx>
            <c:strRef>
              <c:f>Лист1!$E$1</c:f>
              <c:strCache>
                <c:ptCount val="1"/>
                <c:pt idx="0">
                  <c:v>LWAU</c:v>
                </c:pt>
              </c:strCache>
            </c:strRef>
          </c:tx>
          <c:spPr>
            <a:ln w="34925" cap="rnd">
              <a:solidFill>
                <a:srgbClr val="D2A0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Лист1!$C$2:$C$303</c:f>
              <c:numCache>
                <c:formatCode>m/d/yyyy</c:formatCode>
                <c:ptCount val="302"/>
                <c:pt idx="0">
                  <c:v>44745</c:v>
                </c:pt>
                <c:pt idx="1">
                  <c:v>44746</c:v>
                </c:pt>
                <c:pt idx="2">
                  <c:v>44747</c:v>
                </c:pt>
                <c:pt idx="3">
                  <c:v>44748</c:v>
                </c:pt>
                <c:pt idx="4">
                  <c:v>44749</c:v>
                </c:pt>
                <c:pt idx="5">
                  <c:v>44750</c:v>
                </c:pt>
                <c:pt idx="6">
                  <c:v>44751</c:v>
                </c:pt>
                <c:pt idx="7">
                  <c:v>44752</c:v>
                </c:pt>
                <c:pt idx="8">
                  <c:v>44753</c:v>
                </c:pt>
                <c:pt idx="9">
                  <c:v>44754</c:v>
                </c:pt>
                <c:pt idx="10">
                  <c:v>44755</c:v>
                </c:pt>
                <c:pt idx="11">
                  <c:v>44756</c:v>
                </c:pt>
                <c:pt idx="12">
                  <c:v>44757</c:v>
                </c:pt>
                <c:pt idx="13">
                  <c:v>44758</c:v>
                </c:pt>
                <c:pt idx="14">
                  <c:v>44759</c:v>
                </c:pt>
                <c:pt idx="15">
                  <c:v>44760</c:v>
                </c:pt>
                <c:pt idx="16">
                  <c:v>44761</c:v>
                </c:pt>
                <c:pt idx="17">
                  <c:v>44762</c:v>
                </c:pt>
                <c:pt idx="18">
                  <c:v>44763</c:v>
                </c:pt>
                <c:pt idx="19">
                  <c:v>44764</c:v>
                </c:pt>
                <c:pt idx="20">
                  <c:v>44765</c:v>
                </c:pt>
                <c:pt idx="21">
                  <c:v>44766</c:v>
                </c:pt>
                <c:pt idx="22">
                  <c:v>44767</c:v>
                </c:pt>
                <c:pt idx="23">
                  <c:v>44768</c:v>
                </c:pt>
                <c:pt idx="24">
                  <c:v>44769</c:v>
                </c:pt>
                <c:pt idx="25">
                  <c:v>44770</c:v>
                </c:pt>
                <c:pt idx="26">
                  <c:v>44771</c:v>
                </c:pt>
                <c:pt idx="27">
                  <c:v>44772</c:v>
                </c:pt>
                <c:pt idx="28">
                  <c:v>44773</c:v>
                </c:pt>
                <c:pt idx="29">
                  <c:v>44774</c:v>
                </c:pt>
                <c:pt idx="30">
                  <c:v>44775</c:v>
                </c:pt>
                <c:pt idx="31">
                  <c:v>44776</c:v>
                </c:pt>
                <c:pt idx="32">
                  <c:v>44777</c:v>
                </c:pt>
                <c:pt idx="33">
                  <c:v>44778</c:v>
                </c:pt>
                <c:pt idx="34">
                  <c:v>44779</c:v>
                </c:pt>
                <c:pt idx="35">
                  <c:v>44780</c:v>
                </c:pt>
                <c:pt idx="36">
                  <c:v>44781</c:v>
                </c:pt>
                <c:pt idx="37">
                  <c:v>44782</c:v>
                </c:pt>
                <c:pt idx="38">
                  <c:v>44783</c:v>
                </c:pt>
                <c:pt idx="39">
                  <c:v>44784</c:v>
                </c:pt>
                <c:pt idx="40">
                  <c:v>44785</c:v>
                </c:pt>
                <c:pt idx="41">
                  <c:v>44786</c:v>
                </c:pt>
                <c:pt idx="42">
                  <c:v>44787</c:v>
                </c:pt>
                <c:pt idx="43">
                  <c:v>44788</c:v>
                </c:pt>
                <c:pt idx="44">
                  <c:v>44789</c:v>
                </c:pt>
                <c:pt idx="45">
                  <c:v>44790</c:v>
                </c:pt>
                <c:pt idx="46">
                  <c:v>44791</c:v>
                </c:pt>
                <c:pt idx="47">
                  <c:v>44792</c:v>
                </c:pt>
                <c:pt idx="48">
                  <c:v>44793</c:v>
                </c:pt>
                <c:pt idx="49">
                  <c:v>44794</c:v>
                </c:pt>
                <c:pt idx="50">
                  <c:v>44795</c:v>
                </c:pt>
                <c:pt idx="51">
                  <c:v>44796</c:v>
                </c:pt>
                <c:pt idx="52">
                  <c:v>44797</c:v>
                </c:pt>
                <c:pt idx="53">
                  <c:v>44798</c:v>
                </c:pt>
                <c:pt idx="54">
                  <c:v>44799</c:v>
                </c:pt>
                <c:pt idx="55">
                  <c:v>44800</c:v>
                </c:pt>
                <c:pt idx="56">
                  <c:v>44801</c:v>
                </c:pt>
                <c:pt idx="57">
                  <c:v>44802</c:v>
                </c:pt>
                <c:pt idx="58">
                  <c:v>44803</c:v>
                </c:pt>
                <c:pt idx="59">
                  <c:v>44804</c:v>
                </c:pt>
                <c:pt idx="60">
                  <c:v>44805</c:v>
                </c:pt>
                <c:pt idx="61">
                  <c:v>44806</c:v>
                </c:pt>
                <c:pt idx="62">
                  <c:v>44807</c:v>
                </c:pt>
                <c:pt idx="63">
                  <c:v>44808</c:v>
                </c:pt>
                <c:pt idx="64">
                  <c:v>44809</c:v>
                </c:pt>
                <c:pt idx="65">
                  <c:v>44810</c:v>
                </c:pt>
                <c:pt idx="66">
                  <c:v>44811</c:v>
                </c:pt>
                <c:pt idx="67">
                  <c:v>44812</c:v>
                </c:pt>
                <c:pt idx="68">
                  <c:v>44813</c:v>
                </c:pt>
                <c:pt idx="69">
                  <c:v>44814</c:v>
                </c:pt>
                <c:pt idx="70">
                  <c:v>44815</c:v>
                </c:pt>
                <c:pt idx="71">
                  <c:v>44816</c:v>
                </c:pt>
                <c:pt idx="72">
                  <c:v>44817</c:v>
                </c:pt>
                <c:pt idx="73">
                  <c:v>44818</c:v>
                </c:pt>
                <c:pt idx="74">
                  <c:v>44819</c:v>
                </c:pt>
                <c:pt idx="75">
                  <c:v>44820</c:v>
                </c:pt>
                <c:pt idx="76">
                  <c:v>44821</c:v>
                </c:pt>
                <c:pt idx="77">
                  <c:v>44822</c:v>
                </c:pt>
                <c:pt idx="78">
                  <c:v>44823</c:v>
                </c:pt>
                <c:pt idx="79">
                  <c:v>44824</c:v>
                </c:pt>
                <c:pt idx="80">
                  <c:v>44825</c:v>
                </c:pt>
                <c:pt idx="81">
                  <c:v>44826</c:v>
                </c:pt>
                <c:pt idx="82">
                  <c:v>44827</c:v>
                </c:pt>
                <c:pt idx="83">
                  <c:v>44828</c:v>
                </c:pt>
                <c:pt idx="84">
                  <c:v>44829</c:v>
                </c:pt>
                <c:pt idx="85">
                  <c:v>44830</c:v>
                </c:pt>
                <c:pt idx="86">
                  <c:v>44831</c:v>
                </c:pt>
                <c:pt idx="87">
                  <c:v>44832</c:v>
                </c:pt>
                <c:pt idx="88">
                  <c:v>44833</c:v>
                </c:pt>
                <c:pt idx="89">
                  <c:v>44834</c:v>
                </c:pt>
                <c:pt idx="90">
                  <c:v>44835</c:v>
                </c:pt>
                <c:pt idx="91">
                  <c:v>44836</c:v>
                </c:pt>
                <c:pt idx="92">
                  <c:v>44837</c:v>
                </c:pt>
                <c:pt idx="93">
                  <c:v>44838</c:v>
                </c:pt>
                <c:pt idx="94">
                  <c:v>44839</c:v>
                </c:pt>
                <c:pt idx="95">
                  <c:v>44840</c:v>
                </c:pt>
                <c:pt idx="96">
                  <c:v>44841</c:v>
                </c:pt>
                <c:pt idx="97">
                  <c:v>44842</c:v>
                </c:pt>
                <c:pt idx="98">
                  <c:v>44843</c:v>
                </c:pt>
                <c:pt idx="99">
                  <c:v>44844</c:v>
                </c:pt>
                <c:pt idx="100">
                  <c:v>44845</c:v>
                </c:pt>
                <c:pt idx="101">
                  <c:v>44846</c:v>
                </c:pt>
                <c:pt idx="102">
                  <c:v>44847</c:v>
                </c:pt>
                <c:pt idx="103">
                  <c:v>44848</c:v>
                </c:pt>
                <c:pt idx="104">
                  <c:v>44849</c:v>
                </c:pt>
                <c:pt idx="105">
                  <c:v>44850</c:v>
                </c:pt>
                <c:pt idx="106">
                  <c:v>44851</c:v>
                </c:pt>
                <c:pt idx="107">
                  <c:v>44852</c:v>
                </c:pt>
                <c:pt idx="108">
                  <c:v>44853</c:v>
                </c:pt>
                <c:pt idx="109">
                  <c:v>44854</c:v>
                </c:pt>
                <c:pt idx="110">
                  <c:v>44855</c:v>
                </c:pt>
                <c:pt idx="111">
                  <c:v>44856</c:v>
                </c:pt>
                <c:pt idx="112">
                  <c:v>44857</c:v>
                </c:pt>
                <c:pt idx="113">
                  <c:v>44858</c:v>
                </c:pt>
                <c:pt idx="114">
                  <c:v>44859</c:v>
                </c:pt>
                <c:pt idx="115">
                  <c:v>44860</c:v>
                </c:pt>
                <c:pt idx="116">
                  <c:v>44861</c:v>
                </c:pt>
                <c:pt idx="117">
                  <c:v>44862</c:v>
                </c:pt>
                <c:pt idx="118">
                  <c:v>44863</c:v>
                </c:pt>
                <c:pt idx="119">
                  <c:v>44864</c:v>
                </c:pt>
                <c:pt idx="120">
                  <c:v>44865</c:v>
                </c:pt>
                <c:pt idx="121">
                  <c:v>44866</c:v>
                </c:pt>
                <c:pt idx="122">
                  <c:v>44867</c:v>
                </c:pt>
                <c:pt idx="123">
                  <c:v>44868</c:v>
                </c:pt>
                <c:pt idx="124">
                  <c:v>44869</c:v>
                </c:pt>
                <c:pt idx="125">
                  <c:v>44870</c:v>
                </c:pt>
                <c:pt idx="126">
                  <c:v>44871</c:v>
                </c:pt>
                <c:pt idx="127">
                  <c:v>44872</c:v>
                </c:pt>
                <c:pt idx="128">
                  <c:v>44873</c:v>
                </c:pt>
                <c:pt idx="129">
                  <c:v>44874</c:v>
                </c:pt>
                <c:pt idx="130">
                  <c:v>44875</c:v>
                </c:pt>
                <c:pt idx="131">
                  <c:v>44876</c:v>
                </c:pt>
                <c:pt idx="132">
                  <c:v>44877</c:v>
                </c:pt>
                <c:pt idx="133">
                  <c:v>44878</c:v>
                </c:pt>
                <c:pt idx="134">
                  <c:v>44879</c:v>
                </c:pt>
                <c:pt idx="135">
                  <c:v>44880</c:v>
                </c:pt>
                <c:pt idx="136">
                  <c:v>44881</c:v>
                </c:pt>
                <c:pt idx="137">
                  <c:v>44882</c:v>
                </c:pt>
                <c:pt idx="138">
                  <c:v>44883</c:v>
                </c:pt>
                <c:pt idx="139">
                  <c:v>44884</c:v>
                </c:pt>
                <c:pt idx="140">
                  <c:v>44885</c:v>
                </c:pt>
                <c:pt idx="141">
                  <c:v>44886</c:v>
                </c:pt>
                <c:pt idx="142">
                  <c:v>44887</c:v>
                </c:pt>
                <c:pt idx="143">
                  <c:v>44888</c:v>
                </c:pt>
                <c:pt idx="144">
                  <c:v>44889</c:v>
                </c:pt>
                <c:pt idx="145">
                  <c:v>44890</c:v>
                </c:pt>
                <c:pt idx="146">
                  <c:v>44891</c:v>
                </c:pt>
                <c:pt idx="147">
                  <c:v>44892</c:v>
                </c:pt>
                <c:pt idx="148">
                  <c:v>44893</c:v>
                </c:pt>
                <c:pt idx="149">
                  <c:v>44894</c:v>
                </c:pt>
                <c:pt idx="150">
                  <c:v>44895</c:v>
                </c:pt>
                <c:pt idx="151">
                  <c:v>44896</c:v>
                </c:pt>
                <c:pt idx="152">
                  <c:v>44897</c:v>
                </c:pt>
                <c:pt idx="153">
                  <c:v>44898</c:v>
                </c:pt>
                <c:pt idx="154">
                  <c:v>44899</c:v>
                </c:pt>
                <c:pt idx="155">
                  <c:v>44900</c:v>
                </c:pt>
                <c:pt idx="156">
                  <c:v>44901</c:v>
                </c:pt>
                <c:pt idx="157">
                  <c:v>44902</c:v>
                </c:pt>
                <c:pt idx="158">
                  <c:v>44903</c:v>
                </c:pt>
                <c:pt idx="159">
                  <c:v>44904</c:v>
                </c:pt>
                <c:pt idx="160">
                  <c:v>44905</c:v>
                </c:pt>
                <c:pt idx="161">
                  <c:v>44906</c:v>
                </c:pt>
                <c:pt idx="162">
                  <c:v>44907</c:v>
                </c:pt>
                <c:pt idx="163">
                  <c:v>44908</c:v>
                </c:pt>
                <c:pt idx="164">
                  <c:v>44909</c:v>
                </c:pt>
                <c:pt idx="165">
                  <c:v>44910</c:v>
                </c:pt>
                <c:pt idx="166">
                  <c:v>44911</c:v>
                </c:pt>
                <c:pt idx="167">
                  <c:v>44912</c:v>
                </c:pt>
                <c:pt idx="168">
                  <c:v>44913</c:v>
                </c:pt>
                <c:pt idx="169">
                  <c:v>44914</c:v>
                </c:pt>
                <c:pt idx="170">
                  <c:v>44915</c:v>
                </c:pt>
                <c:pt idx="171">
                  <c:v>44916</c:v>
                </c:pt>
                <c:pt idx="172">
                  <c:v>44917</c:v>
                </c:pt>
                <c:pt idx="173">
                  <c:v>44918</c:v>
                </c:pt>
                <c:pt idx="174">
                  <c:v>44919</c:v>
                </c:pt>
                <c:pt idx="175">
                  <c:v>44920</c:v>
                </c:pt>
                <c:pt idx="176">
                  <c:v>44921</c:v>
                </c:pt>
                <c:pt idx="177">
                  <c:v>44922</c:v>
                </c:pt>
                <c:pt idx="178">
                  <c:v>44923</c:v>
                </c:pt>
                <c:pt idx="179">
                  <c:v>44924</c:v>
                </c:pt>
                <c:pt idx="180">
                  <c:v>44925</c:v>
                </c:pt>
                <c:pt idx="181">
                  <c:v>44926</c:v>
                </c:pt>
                <c:pt idx="182">
                  <c:v>44927</c:v>
                </c:pt>
                <c:pt idx="183">
                  <c:v>44928</c:v>
                </c:pt>
                <c:pt idx="184">
                  <c:v>44929</c:v>
                </c:pt>
                <c:pt idx="185">
                  <c:v>44930</c:v>
                </c:pt>
                <c:pt idx="186">
                  <c:v>44931</c:v>
                </c:pt>
                <c:pt idx="187">
                  <c:v>44932</c:v>
                </c:pt>
                <c:pt idx="188">
                  <c:v>44933</c:v>
                </c:pt>
                <c:pt idx="189">
                  <c:v>44934</c:v>
                </c:pt>
                <c:pt idx="190">
                  <c:v>44935</c:v>
                </c:pt>
                <c:pt idx="191">
                  <c:v>44936</c:v>
                </c:pt>
                <c:pt idx="192">
                  <c:v>44937</c:v>
                </c:pt>
                <c:pt idx="193">
                  <c:v>44938</c:v>
                </c:pt>
                <c:pt idx="194">
                  <c:v>44939</c:v>
                </c:pt>
                <c:pt idx="195">
                  <c:v>44940</c:v>
                </c:pt>
                <c:pt idx="196">
                  <c:v>44941</c:v>
                </c:pt>
                <c:pt idx="197">
                  <c:v>44942</c:v>
                </c:pt>
                <c:pt idx="198">
                  <c:v>44943</c:v>
                </c:pt>
                <c:pt idx="199">
                  <c:v>44944</c:v>
                </c:pt>
                <c:pt idx="200">
                  <c:v>44945</c:v>
                </c:pt>
                <c:pt idx="201">
                  <c:v>44946</c:v>
                </c:pt>
                <c:pt idx="202">
                  <c:v>44947</c:v>
                </c:pt>
                <c:pt idx="203">
                  <c:v>44948</c:v>
                </c:pt>
                <c:pt idx="204">
                  <c:v>44949</c:v>
                </c:pt>
                <c:pt idx="205">
                  <c:v>44950</c:v>
                </c:pt>
                <c:pt idx="206">
                  <c:v>44951</c:v>
                </c:pt>
                <c:pt idx="207">
                  <c:v>44952</c:v>
                </c:pt>
                <c:pt idx="208">
                  <c:v>44953</c:v>
                </c:pt>
                <c:pt idx="209">
                  <c:v>44954</c:v>
                </c:pt>
                <c:pt idx="210">
                  <c:v>44955</c:v>
                </c:pt>
                <c:pt idx="211">
                  <c:v>44956</c:v>
                </c:pt>
                <c:pt idx="212">
                  <c:v>44957</c:v>
                </c:pt>
                <c:pt idx="213">
                  <c:v>44958</c:v>
                </c:pt>
                <c:pt idx="214">
                  <c:v>44959</c:v>
                </c:pt>
                <c:pt idx="215">
                  <c:v>44960</c:v>
                </c:pt>
                <c:pt idx="216">
                  <c:v>44961</c:v>
                </c:pt>
                <c:pt idx="217">
                  <c:v>44962</c:v>
                </c:pt>
                <c:pt idx="218">
                  <c:v>44963</c:v>
                </c:pt>
                <c:pt idx="219">
                  <c:v>44964</c:v>
                </c:pt>
                <c:pt idx="220">
                  <c:v>44965</c:v>
                </c:pt>
                <c:pt idx="221">
                  <c:v>44966</c:v>
                </c:pt>
                <c:pt idx="222">
                  <c:v>44967</c:v>
                </c:pt>
                <c:pt idx="223">
                  <c:v>44968</c:v>
                </c:pt>
                <c:pt idx="224">
                  <c:v>44969</c:v>
                </c:pt>
                <c:pt idx="225">
                  <c:v>44970</c:v>
                </c:pt>
                <c:pt idx="226">
                  <c:v>44971</c:v>
                </c:pt>
                <c:pt idx="227">
                  <c:v>44972</c:v>
                </c:pt>
                <c:pt idx="228">
                  <c:v>44973</c:v>
                </c:pt>
                <c:pt idx="229">
                  <c:v>44974</c:v>
                </c:pt>
                <c:pt idx="230">
                  <c:v>44975</c:v>
                </c:pt>
                <c:pt idx="231">
                  <c:v>44976</c:v>
                </c:pt>
                <c:pt idx="232">
                  <c:v>44977</c:v>
                </c:pt>
                <c:pt idx="233">
                  <c:v>44978</c:v>
                </c:pt>
                <c:pt idx="234">
                  <c:v>44979</c:v>
                </c:pt>
                <c:pt idx="235">
                  <c:v>44980</c:v>
                </c:pt>
                <c:pt idx="236">
                  <c:v>44981</c:v>
                </c:pt>
                <c:pt idx="237">
                  <c:v>44982</c:v>
                </c:pt>
                <c:pt idx="238">
                  <c:v>44983</c:v>
                </c:pt>
                <c:pt idx="239">
                  <c:v>44984</c:v>
                </c:pt>
                <c:pt idx="240">
                  <c:v>44985</c:v>
                </c:pt>
                <c:pt idx="241">
                  <c:v>44986</c:v>
                </c:pt>
                <c:pt idx="242">
                  <c:v>44987</c:v>
                </c:pt>
                <c:pt idx="243">
                  <c:v>44988</c:v>
                </c:pt>
                <c:pt idx="244">
                  <c:v>44989</c:v>
                </c:pt>
                <c:pt idx="245">
                  <c:v>44990</c:v>
                </c:pt>
                <c:pt idx="246">
                  <c:v>44991</c:v>
                </c:pt>
                <c:pt idx="247">
                  <c:v>44992</c:v>
                </c:pt>
                <c:pt idx="248">
                  <c:v>44993</c:v>
                </c:pt>
                <c:pt idx="249">
                  <c:v>44994</c:v>
                </c:pt>
                <c:pt idx="250">
                  <c:v>44995</c:v>
                </c:pt>
                <c:pt idx="251">
                  <c:v>44996</c:v>
                </c:pt>
                <c:pt idx="252">
                  <c:v>44997</c:v>
                </c:pt>
                <c:pt idx="253">
                  <c:v>44998</c:v>
                </c:pt>
                <c:pt idx="254">
                  <c:v>44999</c:v>
                </c:pt>
                <c:pt idx="255">
                  <c:v>45000</c:v>
                </c:pt>
                <c:pt idx="256">
                  <c:v>45001</c:v>
                </c:pt>
                <c:pt idx="257">
                  <c:v>45002</c:v>
                </c:pt>
                <c:pt idx="258">
                  <c:v>45003</c:v>
                </c:pt>
                <c:pt idx="259">
                  <c:v>45004</c:v>
                </c:pt>
                <c:pt idx="260">
                  <c:v>45005</c:v>
                </c:pt>
                <c:pt idx="261">
                  <c:v>45006</c:v>
                </c:pt>
                <c:pt idx="262">
                  <c:v>45007</c:v>
                </c:pt>
                <c:pt idx="263">
                  <c:v>45008</c:v>
                </c:pt>
                <c:pt idx="264">
                  <c:v>45009</c:v>
                </c:pt>
                <c:pt idx="265">
                  <c:v>45010</c:v>
                </c:pt>
                <c:pt idx="266">
                  <c:v>45011</c:v>
                </c:pt>
                <c:pt idx="267">
                  <c:v>45012</c:v>
                </c:pt>
                <c:pt idx="268">
                  <c:v>45013</c:v>
                </c:pt>
                <c:pt idx="269">
                  <c:v>45014</c:v>
                </c:pt>
                <c:pt idx="270">
                  <c:v>45015</c:v>
                </c:pt>
                <c:pt idx="271">
                  <c:v>45016</c:v>
                </c:pt>
                <c:pt idx="272">
                  <c:v>45017</c:v>
                </c:pt>
                <c:pt idx="273">
                  <c:v>45018</c:v>
                </c:pt>
                <c:pt idx="274">
                  <c:v>45019</c:v>
                </c:pt>
                <c:pt idx="275">
                  <c:v>45020</c:v>
                </c:pt>
                <c:pt idx="276">
                  <c:v>45021</c:v>
                </c:pt>
                <c:pt idx="277">
                  <c:v>45022</c:v>
                </c:pt>
                <c:pt idx="278">
                  <c:v>45023</c:v>
                </c:pt>
                <c:pt idx="279">
                  <c:v>45024</c:v>
                </c:pt>
                <c:pt idx="280">
                  <c:v>45025</c:v>
                </c:pt>
                <c:pt idx="281">
                  <c:v>45026</c:v>
                </c:pt>
                <c:pt idx="282">
                  <c:v>45027</c:v>
                </c:pt>
                <c:pt idx="283">
                  <c:v>45028</c:v>
                </c:pt>
                <c:pt idx="284">
                  <c:v>45029</c:v>
                </c:pt>
                <c:pt idx="285">
                  <c:v>45030</c:v>
                </c:pt>
                <c:pt idx="286">
                  <c:v>45031</c:v>
                </c:pt>
                <c:pt idx="287">
                  <c:v>45032</c:v>
                </c:pt>
                <c:pt idx="288">
                  <c:v>45033</c:v>
                </c:pt>
                <c:pt idx="289">
                  <c:v>45034</c:v>
                </c:pt>
                <c:pt idx="290">
                  <c:v>45035</c:v>
                </c:pt>
                <c:pt idx="291">
                  <c:v>45036</c:v>
                </c:pt>
                <c:pt idx="292">
                  <c:v>45037</c:v>
                </c:pt>
                <c:pt idx="293">
                  <c:v>45038</c:v>
                </c:pt>
                <c:pt idx="294">
                  <c:v>45039</c:v>
                </c:pt>
                <c:pt idx="295">
                  <c:v>45040</c:v>
                </c:pt>
                <c:pt idx="296">
                  <c:v>45041</c:v>
                </c:pt>
                <c:pt idx="297">
                  <c:v>45042</c:v>
                </c:pt>
                <c:pt idx="298">
                  <c:v>45043</c:v>
                </c:pt>
                <c:pt idx="299">
                  <c:v>45044</c:v>
                </c:pt>
                <c:pt idx="300">
                  <c:v>45045</c:v>
                </c:pt>
                <c:pt idx="301">
                  <c:v>45046</c:v>
                </c:pt>
              </c:numCache>
            </c:numRef>
          </c:cat>
          <c:val>
            <c:numRef>
              <c:f>Лист1!$E$2:$E$303</c:f>
              <c:numCache>
                <c:formatCode>General</c:formatCode>
                <c:ptCount val="302"/>
                <c:pt idx="0">
                  <c:v>1</c:v>
                </c:pt>
                <c:pt idx="1">
                  <c:v>21</c:v>
                </c:pt>
                <c:pt idx="2">
                  <c:v>21</c:v>
                </c:pt>
                <c:pt idx="3">
                  <c:v>21</c:v>
                </c:pt>
                <c:pt idx="4">
                  <c:v>21</c:v>
                </c:pt>
                <c:pt idx="5">
                  <c:v>21</c:v>
                </c:pt>
                <c:pt idx="6">
                  <c:v>21</c:v>
                </c:pt>
                <c:pt idx="7">
                  <c:v>21</c:v>
                </c:pt>
                <c:pt idx="8">
                  <c:v>31</c:v>
                </c:pt>
                <c:pt idx="9">
                  <c:v>31</c:v>
                </c:pt>
                <c:pt idx="10">
                  <c:v>31</c:v>
                </c:pt>
                <c:pt idx="11">
                  <c:v>31</c:v>
                </c:pt>
                <c:pt idx="12">
                  <c:v>31</c:v>
                </c:pt>
                <c:pt idx="13">
                  <c:v>31</c:v>
                </c:pt>
                <c:pt idx="14">
                  <c:v>31</c:v>
                </c:pt>
                <c:pt idx="15">
                  <c:v>49</c:v>
                </c:pt>
                <c:pt idx="16">
                  <c:v>49</c:v>
                </c:pt>
                <c:pt idx="17">
                  <c:v>49</c:v>
                </c:pt>
                <c:pt idx="18">
                  <c:v>49</c:v>
                </c:pt>
                <c:pt idx="19">
                  <c:v>49</c:v>
                </c:pt>
                <c:pt idx="20">
                  <c:v>49</c:v>
                </c:pt>
                <c:pt idx="21">
                  <c:v>49</c:v>
                </c:pt>
                <c:pt idx="22">
                  <c:v>73</c:v>
                </c:pt>
                <c:pt idx="23">
                  <c:v>73</c:v>
                </c:pt>
                <c:pt idx="24">
                  <c:v>73</c:v>
                </c:pt>
                <c:pt idx="25">
                  <c:v>73</c:v>
                </c:pt>
                <c:pt idx="26">
                  <c:v>73</c:v>
                </c:pt>
                <c:pt idx="27">
                  <c:v>73</c:v>
                </c:pt>
                <c:pt idx="28">
                  <c:v>73</c:v>
                </c:pt>
                <c:pt idx="29">
                  <c:v>85</c:v>
                </c:pt>
                <c:pt idx="30">
                  <c:v>85</c:v>
                </c:pt>
                <c:pt idx="31">
                  <c:v>85</c:v>
                </c:pt>
                <c:pt idx="32">
                  <c:v>85</c:v>
                </c:pt>
                <c:pt idx="33">
                  <c:v>85</c:v>
                </c:pt>
                <c:pt idx="34">
                  <c:v>85</c:v>
                </c:pt>
                <c:pt idx="35">
                  <c:v>85</c:v>
                </c:pt>
                <c:pt idx="36">
                  <c:v>79</c:v>
                </c:pt>
                <c:pt idx="37">
                  <c:v>79</c:v>
                </c:pt>
                <c:pt idx="38">
                  <c:v>79</c:v>
                </c:pt>
                <c:pt idx="39">
                  <c:v>79</c:v>
                </c:pt>
                <c:pt idx="40">
                  <c:v>79</c:v>
                </c:pt>
                <c:pt idx="41">
                  <c:v>79</c:v>
                </c:pt>
                <c:pt idx="42">
                  <c:v>79</c:v>
                </c:pt>
                <c:pt idx="43">
                  <c:v>88</c:v>
                </c:pt>
                <c:pt idx="44">
                  <c:v>88</c:v>
                </c:pt>
                <c:pt idx="45">
                  <c:v>88</c:v>
                </c:pt>
                <c:pt idx="46">
                  <c:v>88</c:v>
                </c:pt>
                <c:pt idx="47">
                  <c:v>88</c:v>
                </c:pt>
                <c:pt idx="48">
                  <c:v>88</c:v>
                </c:pt>
                <c:pt idx="49">
                  <c:v>88</c:v>
                </c:pt>
                <c:pt idx="50">
                  <c:v>88</c:v>
                </c:pt>
                <c:pt idx="51">
                  <c:v>88</c:v>
                </c:pt>
                <c:pt idx="52">
                  <c:v>88</c:v>
                </c:pt>
                <c:pt idx="53">
                  <c:v>88</c:v>
                </c:pt>
                <c:pt idx="54">
                  <c:v>88</c:v>
                </c:pt>
                <c:pt idx="55">
                  <c:v>88</c:v>
                </c:pt>
                <c:pt idx="56">
                  <c:v>88</c:v>
                </c:pt>
                <c:pt idx="57">
                  <c:v>74</c:v>
                </c:pt>
                <c:pt idx="58">
                  <c:v>74</c:v>
                </c:pt>
                <c:pt idx="59">
                  <c:v>74</c:v>
                </c:pt>
                <c:pt idx="60">
                  <c:v>74</c:v>
                </c:pt>
                <c:pt idx="61">
                  <c:v>74</c:v>
                </c:pt>
                <c:pt idx="62">
                  <c:v>74</c:v>
                </c:pt>
                <c:pt idx="63">
                  <c:v>74</c:v>
                </c:pt>
                <c:pt idx="64">
                  <c:v>76</c:v>
                </c:pt>
                <c:pt idx="65">
                  <c:v>76</c:v>
                </c:pt>
                <c:pt idx="66">
                  <c:v>76</c:v>
                </c:pt>
                <c:pt idx="67">
                  <c:v>76</c:v>
                </c:pt>
                <c:pt idx="68">
                  <c:v>76</c:v>
                </c:pt>
                <c:pt idx="69">
                  <c:v>76</c:v>
                </c:pt>
                <c:pt idx="70">
                  <c:v>76</c:v>
                </c:pt>
                <c:pt idx="71">
                  <c:v>77</c:v>
                </c:pt>
                <c:pt idx="72">
                  <c:v>77</c:v>
                </c:pt>
                <c:pt idx="73">
                  <c:v>77</c:v>
                </c:pt>
                <c:pt idx="74">
                  <c:v>77</c:v>
                </c:pt>
                <c:pt idx="75">
                  <c:v>77</c:v>
                </c:pt>
                <c:pt idx="76">
                  <c:v>77</c:v>
                </c:pt>
                <c:pt idx="77">
                  <c:v>77</c:v>
                </c:pt>
                <c:pt idx="78">
                  <c:v>78</c:v>
                </c:pt>
                <c:pt idx="79">
                  <c:v>78</c:v>
                </c:pt>
                <c:pt idx="80">
                  <c:v>78</c:v>
                </c:pt>
                <c:pt idx="81">
                  <c:v>78</c:v>
                </c:pt>
                <c:pt idx="82">
                  <c:v>78</c:v>
                </c:pt>
                <c:pt idx="83">
                  <c:v>78</c:v>
                </c:pt>
                <c:pt idx="84">
                  <c:v>78</c:v>
                </c:pt>
                <c:pt idx="85">
                  <c:v>69</c:v>
                </c:pt>
                <c:pt idx="86">
                  <c:v>69</c:v>
                </c:pt>
                <c:pt idx="87">
                  <c:v>69</c:v>
                </c:pt>
                <c:pt idx="88">
                  <c:v>69</c:v>
                </c:pt>
                <c:pt idx="89">
                  <c:v>69</c:v>
                </c:pt>
                <c:pt idx="90">
                  <c:v>69</c:v>
                </c:pt>
                <c:pt idx="91">
                  <c:v>69</c:v>
                </c:pt>
                <c:pt idx="92">
                  <c:v>66</c:v>
                </c:pt>
                <c:pt idx="93">
                  <c:v>66</c:v>
                </c:pt>
                <c:pt idx="94">
                  <c:v>66</c:v>
                </c:pt>
                <c:pt idx="95">
                  <c:v>66</c:v>
                </c:pt>
                <c:pt idx="96">
                  <c:v>66</c:v>
                </c:pt>
                <c:pt idx="97">
                  <c:v>66</c:v>
                </c:pt>
                <c:pt idx="98">
                  <c:v>66</c:v>
                </c:pt>
                <c:pt idx="99">
                  <c:v>71</c:v>
                </c:pt>
                <c:pt idx="100">
                  <c:v>71</c:v>
                </c:pt>
                <c:pt idx="101">
                  <c:v>71</c:v>
                </c:pt>
                <c:pt idx="102">
                  <c:v>71</c:v>
                </c:pt>
                <c:pt idx="103">
                  <c:v>71</c:v>
                </c:pt>
                <c:pt idx="104">
                  <c:v>71</c:v>
                </c:pt>
                <c:pt idx="105">
                  <c:v>71</c:v>
                </c:pt>
                <c:pt idx="106">
                  <c:v>63</c:v>
                </c:pt>
                <c:pt idx="107">
                  <c:v>63</c:v>
                </c:pt>
                <c:pt idx="108">
                  <c:v>63</c:v>
                </c:pt>
                <c:pt idx="109">
                  <c:v>63</c:v>
                </c:pt>
                <c:pt idx="110">
                  <c:v>63</c:v>
                </c:pt>
                <c:pt idx="111">
                  <c:v>63</c:v>
                </c:pt>
                <c:pt idx="112">
                  <c:v>63</c:v>
                </c:pt>
                <c:pt idx="113">
                  <c:v>67</c:v>
                </c:pt>
                <c:pt idx="114">
                  <c:v>67</c:v>
                </c:pt>
                <c:pt idx="115">
                  <c:v>67</c:v>
                </c:pt>
                <c:pt idx="116">
                  <c:v>67</c:v>
                </c:pt>
                <c:pt idx="117">
                  <c:v>67</c:v>
                </c:pt>
                <c:pt idx="118">
                  <c:v>67</c:v>
                </c:pt>
                <c:pt idx="119">
                  <c:v>67</c:v>
                </c:pt>
                <c:pt idx="120">
                  <c:v>71</c:v>
                </c:pt>
                <c:pt idx="121">
                  <c:v>71</c:v>
                </c:pt>
                <c:pt idx="122">
                  <c:v>71</c:v>
                </c:pt>
                <c:pt idx="123">
                  <c:v>71</c:v>
                </c:pt>
                <c:pt idx="124">
                  <c:v>71</c:v>
                </c:pt>
                <c:pt idx="125">
                  <c:v>71</c:v>
                </c:pt>
                <c:pt idx="126">
                  <c:v>71</c:v>
                </c:pt>
                <c:pt idx="127">
                  <c:v>74</c:v>
                </c:pt>
                <c:pt idx="128">
                  <c:v>74</c:v>
                </c:pt>
                <c:pt idx="129">
                  <c:v>74</c:v>
                </c:pt>
                <c:pt idx="130">
                  <c:v>74</c:v>
                </c:pt>
                <c:pt idx="131">
                  <c:v>74</c:v>
                </c:pt>
                <c:pt idx="132">
                  <c:v>74</c:v>
                </c:pt>
                <c:pt idx="133">
                  <c:v>74</c:v>
                </c:pt>
                <c:pt idx="134">
                  <c:v>72</c:v>
                </c:pt>
                <c:pt idx="135">
                  <c:v>72</c:v>
                </c:pt>
                <c:pt idx="136">
                  <c:v>72</c:v>
                </c:pt>
                <c:pt idx="137">
                  <c:v>72</c:v>
                </c:pt>
                <c:pt idx="138">
                  <c:v>72</c:v>
                </c:pt>
                <c:pt idx="139">
                  <c:v>72</c:v>
                </c:pt>
                <c:pt idx="140">
                  <c:v>72</c:v>
                </c:pt>
                <c:pt idx="141">
                  <c:v>65</c:v>
                </c:pt>
                <c:pt idx="142">
                  <c:v>65</c:v>
                </c:pt>
                <c:pt idx="143">
                  <c:v>65</c:v>
                </c:pt>
                <c:pt idx="144">
                  <c:v>65</c:v>
                </c:pt>
                <c:pt idx="145">
                  <c:v>65</c:v>
                </c:pt>
                <c:pt idx="146">
                  <c:v>65</c:v>
                </c:pt>
                <c:pt idx="147">
                  <c:v>65</c:v>
                </c:pt>
                <c:pt idx="148">
                  <c:v>55</c:v>
                </c:pt>
                <c:pt idx="149">
                  <c:v>55</c:v>
                </c:pt>
                <c:pt idx="150">
                  <c:v>55</c:v>
                </c:pt>
                <c:pt idx="151">
                  <c:v>55</c:v>
                </c:pt>
                <c:pt idx="152">
                  <c:v>55</c:v>
                </c:pt>
                <c:pt idx="153">
                  <c:v>55</c:v>
                </c:pt>
                <c:pt idx="154">
                  <c:v>55</c:v>
                </c:pt>
                <c:pt idx="155">
                  <c:v>60</c:v>
                </c:pt>
                <c:pt idx="156">
                  <c:v>60</c:v>
                </c:pt>
                <c:pt idx="157">
                  <c:v>60</c:v>
                </c:pt>
                <c:pt idx="158">
                  <c:v>60</c:v>
                </c:pt>
                <c:pt idx="159">
                  <c:v>60</c:v>
                </c:pt>
                <c:pt idx="160">
                  <c:v>60</c:v>
                </c:pt>
                <c:pt idx="161">
                  <c:v>60</c:v>
                </c:pt>
                <c:pt idx="162">
                  <c:v>55</c:v>
                </c:pt>
                <c:pt idx="163">
                  <c:v>55</c:v>
                </c:pt>
                <c:pt idx="164">
                  <c:v>55</c:v>
                </c:pt>
                <c:pt idx="165">
                  <c:v>55</c:v>
                </c:pt>
                <c:pt idx="166">
                  <c:v>55</c:v>
                </c:pt>
                <c:pt idx="167">
                  <c:v>55</c:v>
                </c:pt>
                <c:pt idx="168">
                  <c:v>55</c:v>
                </c:pt>
                <c:pt idx="169">
                  <c:v>50</c:v>
                </c:pt>
                <c:pt idx="170">
                  <c:v>50</c:v>
                </c:pt>
                <c:pt idx="171">
                  <c:v>50</c:v>
                </c:pt>
                <c:pt idx="172">
                  <c:v>50</c:v>
                </c:pt>
                <c:pt idx="173">
                  <c:v>50</c:v>
                </c:pt>
                <c:pt idx="174">
                  <c:v>50</c:v>
                </c:pt>
                <c:pt idx="175">
                  <c:v>50</c:v>
                </c:pt>
                <c:pt idx="176">
                  <c:v>56</c:v>
                </c:pt>
                <c:pt idx="177">
                  <c:v>56</c:v>
                </c:pt>
                <c:pt idx="178">
                  <c:v>56</c:v>
                </c:pt>
                <c:pt idx="179">
                  <c:v>56</c:v>
                </c:pt>
                <c:pt idx="180">
                  <c:v>56</c:v>
                </c:pt>
                <c:pt idx="181">
                  <c:v>56</c:v>
                </c:pt>
                <c:pt idx="182">
                  <c:v>56</c:v>
                </c:pt>
                <c:pt idx="183">
                  <c:v>71</c:v>
                </c:pt>
                <c:pt idx="184">
                  <c:v>71</c:v>
                </c:pt>
                <c:pt idx="185">
                  <c:v>71</c:v>
                </c:pt>
                <c:pt idx="186">
                  <c:v>71</c:v>
                </c:pt>
                <c:pt idx="187">
                  <c:v>71</c:v>
                </c:pt>
                <c:pt idx="188">
                  <c:v>71</c:v>
                </c:pt>
                <c:pt idx="189">
                  <c:v>71</c:v>
                </c:pt>
                <c:pt idx="190">
                  <c:v>86</c:v>
                </c:pt>
                <c:pt idx="191">
                  <c:v>86</c:v>
                </c:pt>
                <c:pt idx="192">
                  <c:v>86</c:v>
                </c:pt>
                <c:pt idx="193">
                  <c:v>86</c:v>
                </c:pt>
                <c:pt idx="194">
                  <c:v>86</c:v>
                </c:pt>
                <c:pt idx="195">
                  <c:v>86</c:v>
                </c:pt>
                <c:pt idx="196">
                  <c:v>86</c:v>
                </c:pt>
                <c:pt idx="197">
                  <c:v>107</c:v>
                </c:pt>
                <c:pt idx="198">
                  <c:v>107</c:v>
                </c:pt>
                <c:pt idx="199">
                  <c:v>107</c:v>
                </c:pt>
                <c:pt idx="200">
                  <c:v>107</c:v>
                </c:pt>
                <c:pt idx="201">
                  <c:v>107</c:v>
                </c:pt>
                <c:pt idx="202">
                  <c:v>107</c:v>
                </c:pt>
                <c:pt idx="203">
                  <c:v>107</c:v>
                </c:pt>
                <c:pt idx="204">
                  <c:v>110</c:v>
                </c:pt>
                <c:pt idx="205">
                  <c:v>110</c:v>
                </c:pt>
                <c:pt idx="206">
                  <c:v>110</c:v>
                </c:pt>
                <c:pt idx="207">
                  <c:v>110</c:v>
                </c:pt>
                <c:pt idx="208">
                  <c:v>110</c:v>
                </c:pt>
                <c:pt idx="209">
                  <c:v>110</c:v>
                </c:pt>
                <c:pt idx="210">
                  <c:v>110</c:v>
                </c:pt>
                <c:pt idx="211">
                  <c:v>134</c:v>
                </c:pt>
                <c:pt idx="212">
                  <c:v>134</c:v>
                </c:pt>
                <c:pt idx="213">
                  <c:v>134</c:v>
                </c:pt>
                <c:pt idx="214">
                  <c:v>134</c:v>
                </c:pt>
                <c:pt idx="215">
                  <c:v>134</c:v>
                </c:pt>
                <c:pt idx="216">
                  <c:v>134</c:v>
                </c:pt>
                <c:pt idx="217">
                  <c:v>134</c:v>
                </c:pt>
                <c:pt idx="218">
                  <c:v>130</c:v>
                </c:pt>
                <c:pt idx="219">
                  <c:v>130</c:v>
                </c:pt>
                <c:pt idx="220">
                  <c:v>130</c:v>
                </c:pt>
                <c:pt idx="221">
                  <c:v>130</c:v>
                </c:pt>
                <c:pt idx="222">
                  <c:v>130</c:v>
                </c:pt>
                <c:pt idx="223">
                  <c:v>130</c:v>
                </c:pt>
                <c:pt idx="224">
                  <c:v>130</c:v>
                </c:pt>
                <c:pt idx="225">
                  <c:v>118</c:v>
                </c:pt>
                <c:pt idx="226">
                  <c:v>118</c:v>
                </c:pt>
                <c:pt idx="227">
                  <c:v>118</c:v>
                </c:pt>
                <c:pt idx="228">
                  <c:v>118</c:v>
                </c:pt>
                <c:pt idx="229">
                  <c:v>118</c:v>
                </c:pt>
                <c:pt idx="230">
                  <c:v>118</c:v>
                </c:pt>
                <c:pt idx="231">
                  <c:v>118</c:v>
                </c:pt>
                <c:pt idx="232">
                  <c:v>128</c:v>
                </c:pt>
                <c:pt idx="233">
                  <c:v>128</c:v>
                </c:pt>
                <c:pt idx="234">
                  <c:v>128</c:v>
                </c:pt>
                <c:pt idx="235">
                  <c:v>128</c:v>
                </c:pt>
                <c:pt idx="236">
                  <c:v>128</c:v>
                </c:pt>
                <c:pt idx="237">
                  <c:v>128</c:v>
                </c:pt>
                <c:pt idx="238">
                  <c:v>128</c:v>
                </c:pt>
                <c:pt idx="239">
                  <c:v>219</c:v>
                </c:pt>
                <c:pt idx="240">
                  <c:v>219</c:v>
                </c:pt>
                <c:pt idx="241">
                  <c:v>219</c:v>
                </c:pt>
                <c:pt idx="242">
                  <c:v>219</c:v>
                </c:pt>
                <c:pt idx="243">
                  <c:v>219</c:v>
                </c:pt>
                <c:pt idx="244">
                  <c:v>219</c:v>
                </c:pt>
                <c:pt idx="245">
                  <c:v>219</c:v>
                </c:pt>
                <c:pt idx="246">
                  <c:v>243</c:v>
                </c:pt>
                <c:pt idx="247">
                  <c:v>243</c:v>
                </c:pt>
                <c:pt idx="248">
                  <c:v>243</c:v>
                </c:pt>
                <c:pt idx="249">
                  <c:v>243</c:v>
                </c:pt>
                <c:pt idx="250">
                  <c:v>243</c:v>
                </c:pt>
                <c:pt idx="251">
                  <c:v>243</c:v>
                </c:pt>
                <c:pt idx="252">
                  <c:v>243</c:v>
                </c:pt>
                <c:pt idx="253">
                  <c:v>265</c:v>
                </c:pt>
                <c:pt idx="254">
                  <c:v>265</c:v>
                </c:pt>
                <c:pt idx="255">
                  <c:v>265</c:v>
                </c:pt>
                <c:pt idx="256">
                  <c:v>265</c:v>
                </c:pt>
                <c:pt idx="257">
                  <c:v>265</c:v>
                </c:pt>
                <c:pt idx="258">
                  <c:v>265</c:v>
                </c:pt>
                <c:pt idx="259">
                  <c:v>265</c:v>
                </c:pt>
                <c:pt idx="260">
                  <c:v>228</c:v>
                </c:pt>
                <c:pt idx="261">
                  <c:v>228</c:v>
                </c:pt>
                <c:pt idx="262">
                  <c:v>228</c:v>
                </c:pt>
                <c:pt idx="263">
                  <c:v>228</c:v>
                </c:pt>
                <c:pt idx="264">
                  <c:v>228</c:v>
                </c:pt>
                <c:pt idx="265">
                  <c:v>228</c:v>
                </c:pt>
                <c:pt idx="266">
                  <c:v>228</c:v>
                </c:pt>
                <c:pt idx="267">
                  <c:v>210</c:v>
                </c:pt>
                <c:pt idx="268">
                  <c:v>210</c:v>
                </c:pt>
                <c:pt idx="269">
                  <c:v>210</c:v>
                </c:pt>
                <c:pt idx="270">
                  <c:v>210</c:v>
                </c:pt>
                <c:pt idx="271">
                  <c:v>210</c:v>
                </c:pt>
                <c:pt idx="272">
                  <c:v>210</c:v>
                </c:pt>
                <c:pt idx="273">
                  <c:v>210</c:v>
                </c:pt>
                <c:pt idx="274">
                  <c:v>234</c:v>
                </c:pt>
                <c:pt idx="275">
                  <c:v>234</c:v>
                </c:pt>
                <c:pt idx="276">
                  <c:v>234</c:v>
                </c:pt>
                <c:pt idx="277">
                  <c:v>234</c:v>
                </c:pt>
                <c:pt idx="278">
                  <c:v>234</c:v>
                </c:pt>
                <c:pt idx="279">
                  <c:v>234</c:v>
                </c:pt>
                <c:pt idx="280">
                  <c:v>234</c:v>
                </c:pt>
                <c:pt idx="281">
                  <c:v>194</c:v>
                </c:pt>
                <c:pt idx="282">
                  <c:v>194</c:v>
                </c:pt>
                <c:pt idx="283">
                  <c:v>194</c:v>
                </c:pt>
                <c:pt idx="284">
                  <c:v>194</c:v>
                </c:pt>
                <c:pt idx="285">
                  <c:v>194</c:v>
                </c:pt>
                <c:pt idx="286">
                  <c:v>194</c:v>
                </c:pt>
                <c:pt idx="287">
                  <c:v>194</c:v>
                </c:pt>
                <c:pt idx="288">
                  <c:v>171</c:v>
                </c:pt>
                <c:pt idx="289">
                  <c:v>171</c:v>
                </c:pt>
                <c:pt idx="290">
                  <c:v>171</c:v>
                </c:pt>
                <c:pt idx="291">
                  <c:v>171</c:v>
                </c:pt>
                <c:pt idx="292">
                  <c:v>171</c:v>
                </c:pt>
                <c:pt idx="293">
                  <c:v>171</c:v>
                </c:pt>
                <c:pt idx="294">
                  <c:v>171</c:v>
                </c:pt>
                <c:pt idx="295">
                  <c:v>139</c:v>
                </c:pt>
                <c:pt idx="296">
                  <c:v>139</c:v>
                </c:pt>
                <c:pt idx="297">
                  <c:v>139</c:v>
                </c:pt>
                <c:pt idx="298">
                  <c:v>139</c:v>
                </c:pt>
                <c:pt idx="299">
                  <c:v>139</c:v>
                </c:pt>
                <c:pt idx="300">
                  <c:v>139</c:v>
                </c:pt>
                <c:pt idx="301">
                  <c:v>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6D-4C03-BF13-FCABF611A80D}"/>
            </c:ext>
          </c:extLst>
        </c:ser>
        <c:ser>
          <c:idx val="5"/>
          <c:order val="5"/>
          <c:tx>
            <c:strRef>
              <c:f>Лист1!$F$1</c:f>
              <c:strCache>
                <c:ptCount val="1"/>
                <c:pt idx="0">
                  <c:v>LMAU</c:v>
                </c:pt>
              </c:strCache>
            </c:strRef>
          </c:tx>
          <c:spPr>
            <a:ln w="34925" cap="rnd">
              <a:solidFill>
                <a:schemeClr val="accent6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Лист1!$C$2:$C$303</c:f>
              <c:numCache>
                <c:formatCode>m/d/yyyy</c:formatCode>
                <c:ptCount val="302"/>
                <c:pt idx="0">
                  <c:v>44745</c:v>
                </c:pt>
                <c:pt idx="1">
                  <c:v>44746</c:v>
                </c:pt>
                <c:pt idx="2">
                  <c:v>44747</c:v>
                </c:pt>
                <c:pt idx="3">
                  <c:v>44748</c:v>
                </c:pt>
                <c:pt idx="4">
                  <c:v>44749</c:v>
                </c:pt>
                <c:pt idx="5">
                  <c:v>44750</c:v>
                </c:pt>
                <c:pt idx="6">
                  <c:v>44751</c:v>
                </c:pt>
                <c:pt idx="7">
                  <c:v>44752</c:v>
                </c:pt>
                <c:pt idx="8">
                  <c:v>44753</c:v>
                </c:pt>
                <c:pt idx="9">
                  <c:v>44754</c:v>
                </c:pt>
                <c:pt idx="10">
                  <c:v>44755</c:v>
                </c:pt>
                <c:pt idx="11">
                  <c:v>44756</c:v>
                </c:pt>
                <c:pt idx="12">
                  <c:v>44757</c:v>
                </c:pt>
                <c:pt idx="13">
                  <c:v>44758</c:v>
                </c:pt>
                <c:pt idx="14">
                  <c:v>44759</c:v>
                </c:pt>
                <c:pt idx="15">
                  <c:v>44760</c:v>
                </c:pt>
                <c:pt idx="16">
                  <c:v>44761</c:v>
                </c:pt>
                <c:pt idx="17">
                  <c:v>44762</c:v>
                </c:pt>
                <c:pt idx="18">
                  <c:v>44763</c:v>
                </c:pt>
                <c:pt idx="19">
                  <c:v>44764</c:v>
                </c:pt>
                <c:pt idx="20">
                  <c:v>44765</c:v>
                </c:pt>
                <c:pt idx="21">
                  <c:v>44766</c:v>
                </c:pt>
                <c:pt idx="22">
                  <c:v>44767</c:v>
                </c:pt>
                <c:pt idx="23">
                  <c:v>44768</c:v>
                </c:pt>
                <c:pt idx="24">
                  <c:v>44769</c:v>
                </c:pt>
                <c:pt idx="25">
                  <c:v>44770</c:v>
                </c:pt>
                <c:pt idx="26">
                  <c:v>44771</c:v>
                </c:pt>
                <c:pt idx="27">
                  <c:v>44772</c:v>
                </c:pt>
                <c:pt idx="28">
                  <c:v>44773</c:v>
                </c:pt>
                <c:pt idx="29">
                  <c:v>44774</c:v>
                </c:pt>
                <c:pt idx="30">
                  <c:v>44775</c:v>
                </c:pt>
                <c:pt idx="31">
                  <c:v>44776</c:v>
                </c:pt>
                <c:pt idx="32">
                  <c:v>44777</c:v>
                </c:pt>
                <c:pt idx="33">
                  <c:v>44778</c:v>
                </c:pt>
                <c:pt idx="34">
                  <c:v>44779</c:v>
                </c:pt>
                <c:pt idx="35">
                  <c:v>44780</c:v>
                </c:pt>
                <c:pt idx="36">
                  <c:v>44781</c:v>
                </c:pt>
                <c:pt idx="37">
                  <c:v>44782</c:v>
                </c:pt>
                <c:pt idx="38">
                  <c:v>44783</c:v>
                </c:pt>
                <c:pt idx="39">
                  <c:v>44784</c:v>
                </c:pt>
                <c:pt idx="40">
                  <c:v>44785</c:v>
                </c:pt>
                <c:pt idx="41">
                  <c:v>44786</c:v>
                </c:pt>
                <c:pt idx="42">
                  <c:v>44787</c:v>
                </c:pt>
                <c:pt idx="43">
                  <c:v>44788</c:v>
                </c:pt>
                <c:pt idx="44">
                  <c:v>44789</c:v>
                </c:pt>
                <c:pt idx="45">
                  <c:v>44790</c:v>
                </c:pt>
                <c:pt idx="46">
                  <c:v>44791</c:v>
                </c:pt>
                <c:pt idx="47">
                  <c:v>44792</c:v>
                </c:pt>
                <c:pt idx="48">
                  <c:v>44793</c:v>
                </c:pt>
                <c:pt idx="49">
                  <c:v>44794</c:v>
                </c:pt>
                <c:pt idx="50">
                  <c:v>44795</c:v>
                </c:pt>
                <c:pt idx="51">
                  <c:v>44796</c:v>
                </c:pt>
                <c:pt idx="52">
                  <c:v>44797</c:v>
                </c:pt>
                <c:pt idx="53">
                  <c:v>44798</c:v>
                </c:pt>
                <c:pt idx="54">
                  <c:v>44799</c:v>
                </c:pt>
                <c:pt idx="55">
                  <c:v>44800</c:v>
                </c:pt>
                <c:pt idx="56">
                  <c:v>44801</c:v>
                </c:pt>
                <c:pt idx="57">
                  <c:v>44802</c:v>
                </c:pt>
                <c:pt idx="58">
                  <c:v>44803</c:v>
                </c:pt>
                <c:pt idx="59">
                  <c:v>44804</c:v>
                </c:pt>
                <c:pt idx="60">
                  <c:v>44805</c:v>
                </c:pt>
                <c:pt idx="61">
                  <c:v>44806</c:v>
                </c:pt>
                <c:pt idx="62">
                  <c:v>44807</c:v>
                </c:pt>
                <c:pt idx="63">
                  <c:v>44808</c:v>
                </c:pt>
                <c:pt idx="64">
                  <c:v>44809</c:v>
                </c:pt>
                <c:pt idx="65">
                  <c:v>44810</c:v>
                </c:pt>
                <c:pt idx="66">
                  <c:v>44811</c:v>
                </c:pt>
                <c:pt idx="67">
                  <c:v>44812</c:v>
                </c:pt>
                <c:pt idx="68">
                  <c:v>44813</c:v>
                </c:pt>
                <c:pt idx="69">
                  <c:v>44814</c:v>
                </c:pt>
                <c:pt idx="70">
                  <c:v>44815</c:v>
                </c:pt>
                <c:pt idx="71">
                  <c:v>44816</c:v>
                </c:pt>
                <c:pt idx="72">
                  <c:v>44817</c:v>
                </c:pt>
                <c:pt idx="73">
                  <c:v>44818</c:v>
                </c:pt>
                <c:pt idx="74">
                  <c:v>44819</c:v>
                </c:pt>
                <c:pt idx="75">
                  <c:v>44820</c:v>
                </c:pt>
                <c:pt idx="76">
                  <c:v>44821</c:v>
                </c:pt>
                <c:pt idx="77">
                  <c:v>44822</c:v>
                </c:pt>
                <c:pt idx="78">
                  <c:v>44823</c:v>
                </c:pt>
                <c:pt idx="79">
                  <c:v>44824</c:v>
                </c:pt>
                <c:pt idx="80">
                  <c:v>44825</c:v>
                </c:pt>
                <c:pt idx="81">
                  <c:v>44826</c:v>
                </c:pt>
                <c:pt idx="82">
                  <c:v>44827</c:v>
                </c:pt>
                <c:pt idx="83">
                  <c:v>44828</c:v>
                </c:pt>
                <c:pt idx="84">
                  <c:v>44829</c:v>
                </c:pt>
                <c:pt idx="85">
                  <c:v>44830</c:v>
                </c:pt>
                <c:pt idx="86">
                  <c:v>44831</c:v>
                </c:pt>
                <c:pt idx="87">
                  <c:v>44832</c:v>
                </c:pt>
                <c:pt idx="88">
                  <c:v>44833</c:v>
                </c:pt>
                <c:pt idx="89">
                  <c:v>44834</c:v>
                </c:pt>
                <c:pt idx="90">
                  <c:v>44835</c:v>
                </c:pt>
                <c:pt idx="91">
                  <c:v>44836</c:v>
                </c:pt>
                <c:pt idx="92">
                  <c:v>44837</c:v>
                </c:pt>
                <c:pt idx="93">
                  <c:v>44838</c:v>
                </c:pt>
                <c:pt idx="94">
                  <c:v>44839</c:v>
                </c:pt>
                <c:pt idx="95">
                  <c:v>44840</c:v>
                </c:pt>
                <c:pt idx="96">
                  <c:v>44841</c:v>
                </c:pt>
                <c:pt idx="97">
                  <c:v>44842</c:v>
                </c:pt>
                <c:pt idx="98">
                  <c:v>44843</c:v>
                </c:pt>
                <c:pt idx="99">
                  <c:v>44844</c:v>
                </c:pt>
                <c:pt idx="100">
                  <c:v>44845</c:v>
                </c:pt>
                <c:pt idx="101">
                  <c:v>44846</c:v>
                </c:pt>
                <c:pt idx="102">
                  <c:v>44847</c:v>
                </c:pt>
                <c:pt idx="103">
                  <c:v>44848</c:v>
                </c:pt>
                <c:pt idx="104">
                  <c:v>44849</c:v>
                </c:pt>
                <c:pt idx="105">
                  <c:v>44850</c:v>
                </c:pt>
                <c:pt idx="106">
                  <c:v>44851</c:v>
                </c:pt>
                <c:pt idx="107">
                  <c:v>44852</c:v>
                </c:pt>
                <c:pt idx="108">
                  <c:v>44853</c:v>
                </c:pt>
                <c:pt idx="109">
                  <c:v>44854</c:v>
                </c:pt>
                <c:pt idx="110">
                  <c:v>44855</c:v>
                </c:pt>
                <c:pt idx="111">
                  <c:v>44856</c:v>
                </c:pt>
                <c:pt idx="112">
                  <c:v>44857</c:v>
                </c:pt>
                <c:pt idx="113">
                  <c:v>44858</c:v>
                </c:pt>
                <c:pt idx="114">
                  <c:v>44859</c:v>
                </c:pt>
                <c:pt idx="115">
                  <c:v>44860</c:v>
                </c:pt>
                <c:pt idx="116">
                  <c:v>44861</c:v>
                </c:pt>
                <c:pt idx="117">
                  <c:v>44862</c:v>
                </c:pt>
                <c:pt idx="118">
                  <c:v>44863</c:v>
                </c:pt>
                <c:pt idx="119">
                  <c:v>44864</c:v>
                </c:pt>
                <c:pt idx="120">
                  <c:v>44865</c:v>
                </c:pt>
                <c:pt idx="121">
                  <c:v>44866</c:v>
                </c:pt>
                <c:pt idx="122">
                  <c:v>44867</c:v>
                </c:pt>
                <c:pt idx="123">
                  <c:v>44868</c:v>
                </c:pt>
                <c:pt idx="124">
                  <c:v>44869</c:v>
                </c:pt>
                <c:pt idx="125">
                  <c:v>44870</c:v>
                </c:pt>
                <c:pt idx="126">
                  <c:v>44871</c:v>
                </c:pt>
                <c:pt idx="127">
                  <c:v>44872</c:v>
                </c:pt>
                <c:pt idx="128">
                  <c:v>44873</c:v>
                </c:pt>
                <c:pt idx="129">
                  <c:v>44874</c:v>
                </c:pt>
                <c:pt idx="130">
                  <c:v>44875</c:v>
                </c:pt>
                <c:pt idx="131">
                  <c:v>44876</c:v>
                </c:pt>
                <c:pt idx="132">
                  <c:v>44877</c:v>
                </c:pt>
                <c:pt idx="133">
                  <c:v>44878</c:v>
                </c:pt>
                <c:pt idx="134">
                  <c:v>44879</c:v>
                </c:pt>
                <c:pt idx="135">
                  <c:v>44880</c:v>
                </c:pt>
                <c:pt idx="136">
                  <c:v>44881</c:v>
                </c:pt>
                <c:pt idx="137">
                  <c:v>44882</c:v>
                </c:pt>
                <c:pt idx="138">
                  <c:v>44883</c:v>
                </c:pt>
                <c:pt idx="139">
                  <c:v>44884</c:v>
                </c:pt>
                <c:pt idx="140">
                  <c:v>44885</c:v>
                </c:pt>
                <c:pt idx="141">
                  <c:v>44886</c:v>
                </c:pt>
                <c:pt idx="142">
                  <c:v>44887</c:v>
                </c:pt>
                <c:pt idx="143">
                  <c:v>44888</c:v>
                </c:pt>
                <c:pt idx="144">
                  <c:v>44889</c:v>
                </c:pt>
                <c:pt idx="145">
                  <c:v>44890</c:v>
                </c:pt>
                <c:pt idx="146">
                  <c:v>44891</c:v>
                </c:pt>
                <c:pt idx="147">
                  <c:v>44892</c:v>
                </c:pt>
                <c:pt idx="148">
                  <c:v>44893</c:v>
                </c:pt>
                <c:pt idx="149">
                  <c:v>44894</c:v>
                </c:pt>
                <c:pt idx="150">
                  <c:v>44895</c:v>
                </c:pt>
                <c:pt idx="151">
                  <c:v>44896</c:v>
                </c:pt>
                <c:pt idx="152">
                  <c:v>44897</c:v>
                </c:pt>
                <c:pt idx="153">
                  <c:v>44898</c:v>
                </c:pt>
                <c:pt idx="154">
                  <c:v>44899</c:v>
                </c:pt>
                <c:pt idx="155">
                  <c:v>44900</c:v>
                </c:pt>
                <c:pt idx="156">
                  <c:v>44901</c:v>
                </c:pt>
                <c:pt idx="157">
                  <c:v>44902</c:v>
                </c:pt>
                <c:pt idx="158">
                  <c:v>44903</c:v>
                </c:pt>
                <c:pt idx="159">
                  <c:v>44904</c:v>
                </c:pt>
                <c:pt idx="160">
                  <c:v>44905</c:v>
                </c:pt>
                <c:pt idx="161">
                  <c:v>44906</c:v>
                </c:pt>
                <c:pt idx="162">
                  <c:v>44907</c:v>
                </c:pt>
                <c:pt idx="163">
                  <c:v>44908</c:v>
                </c:pt>
                <c:pt idx="164">
                  <c:v>44909</c:v>
                </c:pt>
                <c:pt idx="165">
                  <c:v>44910</c:v>
                </c:pt>
                <c:pt idx="166">
                  <c:v>44911</c:v>
                </c:pt>
                <c:pt idx="167">
                  <c:v>44912</c:v>
                </c:pt>
                <c:pt idx="168">
                  <c:v>44913</c:v>
                </c:pt>
                <c:pt idx="169">
                  <c:v>44914</c:v>
                </c:pt>
                <c:pt idx="170">
                  <c:v>44915</c:v>
                </c:pt>
                <c:pt idx="171">
                  <c:v>44916</c:v>
                </c:pt>
                <c:pt idx="172">
                  <c:v>44917</c:v>
                </c:pt>
                <c:pt idx="173">
                  <c:v>44918</c:v>
                </c:pt>
                <c:pt idx="174">
                  <c:v>44919</c:v>
                </c:pt>
                <c:pt idx="175">
                  <c:v>44920</c:v>
                </c:pt>
                <c:pt idx="176">
                  <c:v>44921</c:v>
                </c:pt>
                <c:pt idx="177">
                  <c:v>44922</c:v>
                </c:pt>
                <c:pt idx="178">
                  <c:v>44923</c:v>
                </c:pt>
                <c:pt idx="179">
                  <c:v>44924</c:v>
                </c:pt>
                <c:pt idx="180">
                  <c:v>44925</c:v>
                </c:pt>
                <c:pt idx="181">
                  <c:v>44926</c:v>
                </c:pt>
                <c:pt idx="182">
                  <c:v>44927</c:v>
                </c:pt>
                <c:pt idx="183">
                  <c:v>44928</c:v>
                </c:pt>
                <c:pt idx="184">
                  <c:v>44929</c:v>
                </c:pt>
                <c:pt idx="185">
                  <c:v>44930</c:v>
                </c:pt>
                <c:pt idx="186">
                  <c:v>44931</c:v>
                </c:pt>
                <c:pt idx="187">
                  <c:v>44932</c:v>
                </c:pt>
                <c:pt idx="188">
                  <c:v>44933</c:v>
                </c:pt>
                <c:pt idx="189">
                  <c:v>44934</c:v>
                </c:pt>
                <c:pt idx="190">
                  <c:v>44935</c:v>
                </c:pt>
                <c:pt idx="191">
                  <c:v>44936</c:v>
                </c:pt>
                <c:pt idx="192">
                  <c:v>44937</c:v>
                </c:pt>
                <c:pt idx="193">
                  <c:v>44938</c:v>
                </c:pt>
                <c:pt idx="194">
                  <c:v>44939</c:v>
                </c:pt>
                <c:pt idx="195">
                  <c:v>44940</c:v>
                </c:pt>
                <c:pt idx="196">
                  <c:v>44941</c:v>
                </c:pt>
                <c:pt idx="197">
                  <c:v>44942</c:v>
                </c:pt>
                <c:pt idx="198">
                  <c:v>44943</c:v>
                </c:pt>
                <c:pt idx="199">
                  <c:v>44944</c:v>
                </c:pt>
                <c:pt idx="200">
                  <c:v>44945</c:v>
                </c:pt>
                <c:pt idx="201">
                  <c:v>44946</c:v>
                </c:pt>
                <c:pt idx="202">
                  <c:v>44947</c:v>
                </c:pt>
                <c:pt idx="203">
                  <c:v>44948</c:v>
                </c:pt>
                <c:pt idx="204">
                  <c:v>44949</c:v>
                </c:pt>
                <c:pt idx="205">
                  <c:v>44950</c:v>
                </c:pt>
                <c:pt idx="206">
                  <c:v>44951</c:v>
                </c:pt>
                <c:pt idx="207">
                  <c:v>44952</c:v>
                </c:pt>
                <c:pt idx="208">
                  <c:v>44953</c:v>
                </c:pt>
                <c:pt idx="209">
                  <c:v>44954</c:v>
                </c:pt>
                <c:pt idx="210">
                  <c:v>44955</c:v>
                </c:pt>
                <c:pt idx="211">
                  <c:v>44956</c:v>
                </c:pt>
                <c:pt idx="212">
                  <c:v>44957</c:v>
                </c:pt>
                <c:pt idx="213">
                  <c:v>44958</c:v>
                </c:pt>
                <c:pt idx="214">
                  <c:v>44959</c:v>
                </c:pt>
                <c:pt idx="215">
                  <c:v>44960</c:v>
                </c:pt>
                <c:pt idx="216">
                  <c:v>44961</c:v>
                </c:pt>
                <c:pt idx="217">
                  <c:v>44962</c:v>
                </c:pt>
                <c:pt idx="218">
                  <c:v>44963</c:v>
                </c:pt>
                <c:pt idx="219">
                  <c:v>44964</c:v>
                </c:pt>
                <c:pt idx="220">
                  <c:v>44965</c:v>
                </c:pt>
                <c:pt idx="221">
                  <c:v>44966</c:v>
                </c:pt>
                <c:pt idx="222">
                  <c:v>44967</c:v>
                </c:pt>
                <c:pt idx="223">
                  <c:v>44968</c:v>
                </c:pt>
                <c:pt idx="224">
                  <c:v>44969</c:v>
                </c:pt>
                <c:pt idx="225">
                  <c:v>44970</c:v>
                </c:pt>
                <c:pt idx="226">
                  <c:v>44971</c:v>
                </c:pt>
                <c:pt idx="227">
                  <c:v>44972</c:v>
                </c:pt>
                <c:pt idx="228">
                  <c:v>44973</c:v>
                </c:pt>
                <c:pt idx="229">
                  <c:v>44974</c:v>
                </c:pt>
                <c:pt idx="230">
                  <c:v>44975</c:v>
                </c:pt>
                <c:pt idx="231">
                  <c:v>44976</c:v>
                </c:pt>
                <c:pt idx="232">
                  <c:v>44977</c:v>
                </c:pt>
                <c:pt idx="233">
                  <c:v>44978</c:v>
                </c:pt>
                <c:pt idx="234">
                  <c:v>44979</c:v>
                </c:pt>
                <c:pt idx="235">
                  <c:v>44980</c:v>
                </c:pt>
                <c:pt idx="236">
                  <c:v>44981</c:v>
                </c:pt>
                <c:pt idx="237">
                  <c:v>44982</c:v>
                </c:pt>
                <c:pt idx="238">
                  <c:v>44983</c:v>
                </c:pt>
                <c:pt idx="239">
                  <c:v>44984</c:v>
                </c:pt>
                <c:pt idx="240">
                  <c:v>44985</c:v>
                </c:pt>
                <c:pt idx="241">
                  <c:v>44986</c:v>
                </c:pt>
                <c:pt idx="242">
                  <c:v>44987</c:v>
                </c:pt>
                <c:pt idx="243">
                  <c:v>44988</c:v>
                </c:pt>
                <c:pt idx="244">
                  <c:v>44989</c:v>
                </c:pt>
                <c:pt idx="245">
                  <c:v>44990</c:v>
                </c:pt>
                <c:pt idx="246">
                  <c:v>44991</c:v>
                </c:pt>
                <c:pt idx="247">
                  <c:v>44992</c:v>
                </c:pt>
                <c:pt idx="248">
                  <c:v>44993</c:v>
                </c:pt>
                <c:pt idx="249">
                  <c:v>44994</c:v>
                </c:pt>
                <c:pt idx="250">
                  <c:v>44995</c:v>
                </c:pt>
                <c:pt idx="251">
                  <c:v>44996</c:v>
                </c:pt>
                <c:pt idx="252">
                  <c:v>44997</c:v>
                </c:pt>
                <c:pt idx="253">
                  <c:v>44998</c:v>
                </c:pt>
                <c:pt idx="254">
                  <c:v>44999</c:v>
                </c:pt>
                <c:pt idx="255">
                  <c:v>45000</c:v>
                </c:pt>
                <c:pt idx="256">
                  <c:v>45001</c:v>
                </c:pt>
                <c:pt idx="257">
                  <c:v>45002</c:v>
                </c:pt>
                <c:pt idx="258">
                  <c:v>45003</c:v>
                </c:pt>
                <c:pt idx="259">
                  <c:v>45004</c:v>
                </c:pt>
                <c:pt idx="260">
                  <c:v>45005</c:v>
                </c:pt>
                <c:pt idx="261">
                  <c:v>45006</c:v>
                </c:pt>
                <c:pt idx="262">
                  <c:v>45007</c:v>
                </c:pt>
                <c:pt idx="263">
                  <c:v>45008</c:v>
                </c:pt>
                <c:pt idx="264">
                  <c:v>45009</c:v>
                </c:pt>
                <c:pt idx="265">
                  <c:v>45010</c:v>
                </c:pt>
                <c:pt idx="266">
                  <c:v>45011</c:v>
                </c:pt>
                <c:pt idx="267">
                  <c:v>45012</c:v>
                </c:pt>
                <c:pt idx="268">
                  <c:v>45013</c:v>
                </c:pt>
                <c:pt idx="269">
                  <c:v>45014</c:v>
                </c:pt>
                <c:pt idx="270">
                  <c:v>45015</c:v>
                </c:pt>
                <c:pt idx="271">
                  <c:v>45016</c:v>
                </c:pt>
                <c:pt idx="272">
                  <c:v>45017</c:v>
                </c:pt>
                <c:pt idx="273">
                  <c:v>45018</c:v>
                </c:pt>
                <c:pt idx="274">
                  <c:v>45019</c:v>
                </c:pt>
                <c:pt idx="275">
                  <c:v>45020</c:v>
                </c:pt>
                <c:pt idx="276">
                  <c:v>45021</c:v>
                </c:pt>
                <c:pt idx="277">
                  <c:v>45022</c:v>
                </c:pt>
                <c:pt idx="278">
                  <c:v>45023</c:v>
                </c:pt>
                <c:pt idx="279">
                  <c:v>45024</c:v>
                </c:pt>
                <c:pt idx="280">
                  <c:v>45025</c:v>
                </c:pt>
                <c:pt idx="281">
                  <c:v>45026</c:v>
                </c:pt>
                <c:pt idx="282">
                  <c:v>45027</c:v>
                </c:pt>
                <c:pt idx="283">
                  <c:v>45028</c:v>
                </c:pt>
                <c:pt idx="284">
                  <c:v>45029</c:v>
                </c:pt>
                <c:pt idx="285">
                  <c:v>45030</c:v>
                </c:pt>
                <c:pt idx="286">
                  <c:v>45031</c:v>
                </c:pt>
                <c:pt idx="287">
                  <c:v>45032</c:v>
                </c:pt>
                <c:pt idx="288">
                  <c:v>45033</c:v>
                </c:pt>
                <c:pt idx="289">
                  <c:v>45034</c:v>
                </c:pt>
                <c:pt idx="290">
                  <c:v>45035</c:v>
                </c:pt>
                <c:pt idx="291">
                  <c:v>45036</c:v>
                </c:pt>
                <c:pt idx="292">
                  <c:v>45037</c:v>
                </c:pt>
                <c:pt idx="293">
                  <c:v>45038</c:v>
                </c:pt>
                <c:pt idx="294">
                  <c:v>45039</c:v>
                </c:pt>
                <c:pt idx="295">
                  <c:v>45040</c:v>
                </c:pt>
                <c:pt idx="296">
                  <c:v>45041</c:v>
                </c:pt>
                <c:pt idx="297">
                  <c:v>45042</c:v>
                </c:pt>
                <c:pt idx="298">
                  <c:v>45043</c:v>
                </c:pt>
                <c:pt idx="299">
                  <c:v>45044</c:v>
                </c:pt>
                <c:pt idx="300">
                  <c:v>45045</c:v>
                </c:pt>
                <c:pt idx="301">
                  <c:v>45046</c:v>
                </c:pt>
              </c:numCache>
            </c:numRef>
          </c:cat>
          <c:val>
            <c:numRef>
              <c:f>Лист1!$F$2:$F$303</c:f>
              <c:numCache>
                <c:formatCode>General</c:formatCode>
                <c:ptCount val="302"/>
                <c:pt idx="0">
                  <c:v>77</c:v>
                </c:pt>
                <c:pt idx="1">
                  <c:v>77</c:v>
                </c:pt>
                <c:pt idx="2">
                  <c:v>77</c:v>
                </c:pt>
                <c:pt idx="3">
                  <c:v>77</c:v>
                </c:pt>
                <c:pt idx="4">
                  <c:v>77</c:v>
                </c:pt>
                <c:pt idx="5">
                  <c:v>77</c:v>
                </c:pt>
                <c:pt idx="6">
                  <c:v>77</c:v>
                </c:pt>
                <c:pt idx="7">
                  <c:v>77</c:v>
                </c:pt>
                <c:pt idx="8">
                  <c:v>77</c:v>
                </c:pt>
                <c:pt idx="9">
                  <c:v>77</c:v>
                </c:pt>
                <c:pt idx="10">
                  <c:v>77</c:v>
                </c:pt>
                <c:pt idx="11">
                  <c:v>77</c:v>
                </c:pt>
                <c:pt idx="12">
                  <c:v>77</c:v>
                </c:pt>
                <c:pt idx="13">
                  <c:v>77</c:v>
                </c:pt>
                <c:pt idx="14">
                  <c:v>77</c:v>
                </c:pt>
                <c:pt idx="15">
                  <c:v>77</c:v>
                </c:pt>
                <c:pt idx="16">
                  <c:v>77</c:v>
                </c:pt>
                <c:pt idx="17">
                  <c:v>77</c:v>
                </c:pt>
                <c:pt idx="18">
                  <c:v>77</c:v>
                </c:pt>
                <c:pt idx="19">
                  <c:v>77</c:v>
                </c:pt>
                <c:pt idx="20">
                  <c:v>77</c:v>
                </c:pt>
                <c:pt idx="21">
                  <c:v>77</c:v>
                </c:pt>
                <c:pt idx="22">
                  <c:v>77</c:v>
                </c:pt>
                <c:pt idx="23">
                  <c:v>77</c:v>
                </c:pt>
                <c:pt idx="24">
                  <c:v>77</c:v>
                </c:pt>
                <c:pt idx="25">
                  <c:v>77</c:v>
                </c:pt>
                <c:pt idx="26">
                  <c:v>77</c:v>
                </c:pt>
                <c:pt idx="27">
                  <c:v>77</c:v>
                </c:pt>
                <c:pt idx="28">
                  <c:v>77</c:v>
                </c:pt>
                <c:pt idx="29">
                  <c:v>148</c:v>
                </c:pt>
                <c:pt idx="30">
                  <c:v>148</c:v>
                </c:pt>
                <c:pt idx="31">
                  <c:v>148</c:v>
                </c:pt>
                <c:pt idx="32">
                  <c:v>148</c:v>
                </c:pt>
                <c:pt idx="33">
                  <c:v>148</c:v>
                </c:pt>
                <c:pt idx="34">
                  <c:v>148</c:v>
                </c:pt>
                <c:pt idx="35">
                  <c:v>148</c:v>
                </c:pt>
                <c:pt idx="36">
                  <c:v>148</c:v>
                </c:pt>
                <c:pt idx="37">
                  <c:v>148</c:v>
                </c:pt>
                <c:pt idx="38">
                  <c:v>148</c:v>
                </c:pt>
                <c:pt idx="39">
                  <c:v>148</c:v>
                </c:pt>
                <c:pt idx="40">
                  <c:v>148</c:v>
                </c:pt>
                <c:pt idx="41">
                  <c:v>148</c:v>
                </c:pt>
                <c:pt idx="42">
                  <c:v>148</c:v>
                </c:pt>
                <c:pt idx="43">
                  <c:v>148</c:v>
                </c:pt>
                <c:pt idx="44">
                  <c:v>148</c:v>
                </c:pt>
                <c:pt idx="45">
                  <c:v>148</c:v>
                </c:pt>
                <c:pt idx="46">
                  <c:v>148</c:v>
                </c:pt>
                <c:pt idx="47">
                  <c:v>148</c:v>
                </c:pt>
                <c:pt idx="48">
                  <c:v>148</c:v>
                </c:pt>
                <c:pt idx="49">
                  <c:v>148</c:v>
                </c:pt>
                <c:pt idx="50">
                  <c:v>148</c:v>
                </c:pt>
                <c:pt idx="51">
                  <c:v>148</c:v>
                </c:pt>
                <c:pt idx="52">
                  <c:v>148</c:v>
                </c:pt>
                <c:pt idx="53">
                  <c:v>148</c:v>
                </c:pt>
                <c:pt idx="54">
                  <c:v>148</c:v>
                </c:pt>
                <c:pt idx="55">
                  <c:v>148</c:v>
                </c:pt>
                <c:pt idx="56">
                  <c:v>148</c:v>
                </c:pt>
                <c:pt idx="57">
                  <c:v>148</c:v>
                </c:pt>
                <c:pt idx="58">
                  <c:v>148</c:v>
                </c:pt>
                <c:pt idx="59">
                  <c:v>148</c:v>
                </c:pt>
                <c:pt idx="60">
                  <c:v>142</c:v>
                </c:pt>
                <c:pt idx="61">
                  <c:v>142</c:v>
                </c:pt>
                <c:pt idx="62">
                  <c:v>142</c:v>
                </c:pt>
                <c:pt idx="63">
                  <c:v>142</c:v>
                </c:pt>
                <c:pt idx="64">
                  <c:v>142</c:v>
                </c:pt>
                <c:pt idx="65">
                  <c:v>142</c:v>
                </c:pt>
                <c:pt idx="66">
                  <c:v>142</c:v>
                </c:pt>
                <c:pt idx="67">
                  <c:v>142</c:v>
                </c:pt>
                <c:pt idx="68">
                  <c:v>142</c:v>
                </c:pt>
                <c:pt idx="69">
                  <c:v>142</c:v>
                </c:pt>
                <c:pt idx="70">
                  <c:v>142</c:v>
                </c:pt>
                <c:pt idx="71">
                  <c:v>142</c:v>
                </c:pt>
                <c:pt idx="72">
                  <c:v>142</c:v>
                </c:pt>
                <c:pt idx="73">
                  <c:v>142</c:v>
                </c:pt>
                <c:pt idx="74">
                  <c:v>142</c:v>
                </c:pt>
                <c:pt idx="75">
                  <c:v>142</c:v>
                </c:pt>
                <c:pt idx="76">
                  <c:v>142</c:v>
                </c:pt>
                <c:pt idx="77">
                  <c:v>142</c:v>
                </c:pt>
                <c:pt idx="78">
                  <c:v>142</c:v>
                </c:pt>
                <c:pt idx="79">
                  <c:v>142</c:v>
                </c:pt>
                <c:pt idx="80">
                  <c:v>142</c:v>
                </c:pt>
                <c:pt idx="81">
                  <c:v>142</c:v>
                </c:pt>
                <c:pt idx="82">
                  <c:v>142</c:v>
                </c:pt>
                <c:pt idx="83">
                  <c:v>142</c:v>
                </c:pt>
                <c:pt idx="84">
                  <c:v>142</c:v>
                </c:pt>
                <c:pt idx="85">
                  <c:v>142</c:v>
                </c:pt>
                <c:pt idx="86">
                  <c:v>142</c:v>
                </c:pt>
                <c:pt idx="87">
                  <c:v>142</c:v>
                </c:pt>
                <c:pt idx="88">
                  <c:v>142</c:v>
                </c:pt>
                <c:pt idx="89">
                  <c:v>142</c:v>
                </c:pt>
                <c:pt idx="90">
                  <c:v>133</c:v>
                </c:pt>
                <c:pt idx="91">
                  <c:v>133</c:v>
                </c:pt>
                <c:pt idx="92">
                  <c:v>133</c:v>
                </c:pt>
                <c:pt idx="93">
                  <c:v>133</c:v>
                </c:pt>
                <c:pt idx="94">
                  <c:v>133</c:v>
                </c:pt>
                <c:pt idx="95">
                  <c:v>133</c:v>
                </c:pt>
                <c:pt idx="96">
                  <c:v>133</c:v>
                </c:pt>
                <c:pt idx="97">
                  <c:v>133</c:v>
                </c:pt>
                <c:pt idx="98">
                  <c:v>133</c:v>
                </c:pt>
                <c:pt idx="99">
                  <c:v>133</c:v>
                </c:pt>
                <c:pt idx="100">
                  <c:v>133</c:v>
                </c:pt>
                <c:pt idx="101">
                  <c:v>133</c:v>
                </c:pt>
                <c:pt idx="102">
                  <c:v>133</c:v>
                </c:pt>
                <c:pt idx="103">
                  <c:v>133</c:v>
                </c:pt>
                <c:pt idx="104">
                  <c:v>133</c:v>
                </c:pt>
                <c:pt idx="105">
                  <c:v>133</c:v>
                </c:pt>
                <c:pt idx="106">
                  <c:v>133</c:v>
                </c:pt>
                <c:pt idx="107">
                  <c:v>133</c:v>
                </c:pt>
                <c:pt idx="108">
                  <c:v>133</c:v>
                </c:pt>
                <c:pt idx="109">
                  <c:v>133</c:v>
                </c:pt>
                <c:pt idx="110">
                  <c:v>133</c:v>
                </c:pt>
                <c:pt idx="111">
                  <c:v>133</c:v>
                </c:pt>
                <c:pt idx="112">
                  <c:v>133</c:v>
                </c:pt>
                <c:pt idx="113">
                  <c:v>133</c:v>
                </c:pt>
                <c:pt idx="114">
                  <c:v>133</c:v>
                </c:pt>
                <c:pt idx="115">
                  <c:v>133</c:v>
                </c:pt>
                <c:pt idx="116">
                  <c:v>133</c:v>
                </c:pt>
                <c:pt idx="117">
                  <c:v>133</c:v>
                </c:pt>
                <c:pt idx="118">
                  <c:v>133</c:v>
                </c:pt>
                <c:pt idx="119">
                  <c:v>133</c:v>
                </c:pt>
                <c:pt idx="120">
                  <c:v>133</c:v>
                </c:pt>
                <c:pt idx="121">
                  <c:v>158</c:v>
                </c:pt>
                <c:pt idx="122">
                  <c:v>158</c:v>
                </c:pt>
                <c:pt idx="123">
                  <c:v>158</c:v>
                </c:pt>
                <c:pt idx="124">
                  <c:v>158</c:v>
                </c:pt>
                <c:pt idx="125">
                  <c:v>158</c:v>
                </c:pt>
                <c:pt idx="126">
                  <c:v>158</c:v>
                </c:pt>
                <c:pt idx="127">
                  <c:v>158</c:v>
                </c:pt>
                <c:pt idx="128">
                  <c:v>158</c:v>
                </c:pt>
                <c:pt idx="129">
                  <c:v>158</c:v>
                </c:pt>
                <c:pt idx="130">
                  <c:v>158</c:v>
                </c:pt>
                <c:pt idx="131">
                  <c:v>158</c:v>
                </c:pt>
                <c:pt idx="132">
                  <c:v>158</c:v>
                </c:pt>
                <c:pt idx="133">
                  <c:v>158</c:v>
                </c:pt>
                <c:pt idx="134">
                  <c:v>158</c:v>
                </c:pt>
                <c:pt idx="135">
                  <c:v>158</c:v>
                </c:pt>
                <c:pt idx="136">
                  <c:v>158</c:v>
                </c:pt>
                <c:pt idx="137">
                  <c:v>158</c:v>
                </c:pt>
                <c:pt idx="138">
                  <c:v>158</c:v>
                </c:pt>
                <c:pt idx="139">
                  <c:v>158</c:v>
                </c:pt>
                <c:pt idx="140">
                  <c:v>158</c:v>
                </c:pt>
                <c:pt idx="141">
                  <c:v>158</c:v>
                </c:pt>
                <c:pt idx="142">
                  <c:v>158</c:v>
                </c:pt>
                <c:pt idx="143">
                  <c:v>158</c:v>
                </c:pt>
                <c:pt idx="144">
                  <c:v>158</c:v>
                </c:pt>
                <c:pt idx="145">
                  <c:v>158</c:v>
                </c:pt>
                <c:pt idx="146">
                  <c:v>158</c:v>
                </c:pt>
                <c:pt idx="147">
                  <c:v>158</c:v>
                </c:pt>
                <c:pt idx="148">
                  <c:v>158</c:v>
                </c:pt>
                <c:pt idx="149">
                  <c:v>158</c:v>
                </c:pt>
                <c:pt idx="150">
                  <c:v>158</c:v>
                </c:pt>
                <c:pt idx="151">
                  <c:v>154</c:v>
                </c:pt>
                <c:pt idx="152">
                  <c:v>154</c:v>
                </c:pt>
                <c:pt idx="153">
                  <c:v>154</c:v>
                </c:pt>
                <c:pt idx="154">
                  <c:v>154</c:v>
                </c:pt>
                <c:pt idx="155">
                  <c:v>154</c:v>
                </c:pt>
                <c:pt idx="156">
                  <c:v>154</c:v>
                </c:pt>
                <c:pt idx="157">
                  <c:v>154</c:v>
                </c:pt>
                <c:pt idx="158">
                  <c:v>154</c:v>
                </c:pt>
                <c:pt idx="159">
                  <c:v>154</c:v>
                </c:pt>
                <c:pt idx="160">
                  <c:v>154</c:v>
                </c:pt>
                <c:pt idx="161">
                  <c:v>154</c:v>
                </c:pt>
                <c:pt idx="162">
                  <c:v>154</c:v>
                </c:pt>
                <c:pt idx="163">
                  <c:v>154</c:v>
                </c:pt>
                <c:pt idx="164">
                  <c:v>154</c:v>
                </c:pt>
                <c:pt idx="165">
                  <c:v>154</c:v>
                </c:pt>
                <c:pt idx="166">
                  <c:v>154</c:v>
                </c:pt>
                <c:pt idx="167">
                  <c:v>154</c:v>
                </c:pt>
                <c:pt idx="168">
                  <c:v>154</c:v>
                </c:pt>
                <c:pt idx="169">
                  <c:v>154</c:v>
                </c:pt>
                <c:pt idx="170">
                  <c:v>154</c:v>
                </c:pt>
                <c:pt idx="171">
                  <c:v>154</c:v>
                </c:pt>
                <c:pt idx="172">
                  <c:v>154</c:v>
                </c:pt>
                <c:pt idx="173">
                  <c:v>154</c:v>
                </c:pt>
                <c:pt idx="174">
                  <c:v>154</c:v>
                </c:pt>
                <c:pt idx="175">
                  <c:v>154</c:v>
                </c:pt>
                <c:pt idx="176">
                  <c:v>154</c:v>
                </c:pt>
                <c:pt idx="177">
                  <c:v>154</c:v>
                </c:pt>
                <c:pt idx="178">
                  <c:v>154</c:v>
                </c:pt>
                <c:pt idx="179">
                  <c:v>154</c:v>
                </c:pt>
                <c:pt idx="180">
                  <c:v>154</c:v>
                </c:pt>
                <c:pt idx="181">
                  <c:v>154</c:v>
                </c:pt>
                <c:pt idx="182">
                  <c:v>213</c:v>
                </c:pt>
                <c:pt idx="183">
                  <c:v>213</c:v>
                </c:pt>
                <c:pt idx="184">
                  <c:v>213</c:v>
                </c:pt>
                <c:pt idx="185">
                  <c:v>213</c:v>
                </c:pt>
                <c:pt idx="186">
                  <c:v>213</c:v>
                </c:pt>
                <c:pt idx="187">
                  <c:v>213</c:v>
                </c:pt>
                <c:pt idx="188">
                  <c:v>213</c:v>
                </c:pt>
                <c:pt idx="189">
                  <c:v>213</c:v>
                </c:pt>
                <c:pt idx="190">
                  <c:v>213</c:v>
                </c:pt>
                <c:pt idx="191">
                  <c:v>213</c:v>
                </c:pt>
                <c:pt idx="192">
                  <c:v>213</c:v>
                </c:pt>
                <c:pt idx="193">
                  <c:v>213</c:v>
                </c:pt>
                <c:pt idx="194">
                  <c:v>213</c:v>
                </c:pt>
                <c:pt idx="195">
                  <c:v>213</c:v>
                </c:pt>
                <c:pt idx="196">
                  <c:v>213</c:v>
                </c:pt>
                <c:pt idx="197">
                  <c:v>213</c:v>
                </c:pt>
                <c:pt idx="198">
                  <c:v>213</c:v>
                </c:pt>
                <c:pt idx="199">
                  <c:v>213</c:v>
                </c:pt>
                <c:pt idx="200">
                  <c:v>213</c:v>
                </c:pt>
                <c:pt idx="201">
                  <c:v>213</c:v>
                </c:pt>
                <c:pt idx="202">
                  <c:v>213</c:v>
                </c:pt>
                <c:pt idx="203">
                  <c:v>213</c:v>
                </c:pt>
                <c:pt idx="204">
                  <c:v>213</c:v>
                </c:pt>
                <c:pt idx="205">
                  <c:v>213</c:v>
                </c:pt>
                <c:pt idx="206">
                  <c:v>213</c:v>
                </c:pt>
                <c:pt idx="207">
                  <c:v>213</c:v>
                </c:pt>
                <c:pt idx="208">
                  <c:v>213</c:v>
                </c:pt>
                <c:pt idx="209">
                  <c:v>213</c:v>
                </c:pt>
                <c:pt idx="210">
                  <c:v>213</c:v>
                </c:pt>
                <c:pt idx="211">
                  <c:v>213</c:v>
                </c:pt>
                <c:pt idx="212">
                  <c:v>213</c:v>
                </c:pt>
                <c:pt idx="213">
                  <c:v>250</c:v>
                </c:pt>
                <c:pt idx="214">
                  <c:v>250</c:v>
                </c:pt>
                <c:pt idx="215">
                  <c:v>250</c:v>
                </c:pt>
                <c:pt idx="216">
                  <c:v>250</c:v>
                </c:pt>
                <c:pt idx="217">
                  <c:v>250</c:v>
                </c:pt>
                <c:pt idx="218">
                  <c:v>250</c:v>
                </c:pt>
                <c:pt idx="219">
                  <c:v>250</c:v>
                </c:pt>
                <c:pt idx="220">
                  <c:v>250</c:v>
                </c:pt>
                <c:pt idx="221">
                  <c:v>250</c:v>
                </c:pt>
                <c:pt idx="222">
                  <c:v>250</c:v>
                </c:pt>
                <c:pt idx="223">
                  <c:v>250</c:v>
                </c:pt>
                <c:pt idx="224">
                  <c:v>250</c:v>
                </c:pt>
                <c:pt idx="225">
                  <c:v>250</c:v>
                </c:pt>
                <c:pt idx="226">
                  <c:v>250</c:v>
                </c:pt>
                <c:pt idx="227">
                  <c:v>250</c:v>
                </c:pt>
                <c:pt idx="228">
                  <c:v>250</c:v>
                </c:pt>
                <c:pt idx="229">
                  <c:v>250</c:v>
                </c:pt>
                <c:pt idx="230">
                  <c:v>250</c:v>
                </c:pt>
                <c:pt idx="231">
                  <c:v>250</c:v>
                </c:pt>
                <c:pt idx="232">
                  <c:v>250</c:v>
                </c:pt>
                <c:pt idx="233">
                  <c:v>250</c:v>
                </c:pt>
                <c:pt idx="234">
                  <c:v>250</c:v>
                </c:pt>
                <c:pt idx="235">
                  <c:v>250</c:v>
                </c:pt>
                <c:pt idx="236">
                  <c:v>250</c:v>
                </c:pt>
                <c:pt idx="237">
                  <c:v>250</c:v>
                </c:pt>
                <c:pt idx="238">
                  <c:v>250</c:v>
                </c:pt>
                <c:pt idx="239">
                  <c:v>250</c:v>
                </c:pt>
                <c:pt idx="240">
                  <c:v>250</c:v>
                </c:pt>
                <c:pt idx="241">
                  <c:v>532</c:v>
                </c:pt>
                <c:pt idx="242">
                  <c:v>532</c:v>
                </c:pt>
                <c:pt idx="243">
                  <c:v>532</c:v>
                </c:pt>
                <c:pt idx="244">
                  <c:v>532</c:v>
                </c:pt>
                <c:pt idx="245">
                  <c:v>532</c:v>
                </c:pt>
                <c:pt idx="246">
                  <c:v>532</c:v>
                </c:pt>
                <c:pt idx="247">
                  <c:v>532</c:v>
                </c:pt>
                <c:pt idx="248">
                  <c:v>532</c:v>
                </c:pt>
                <c:pt idx="249">
                  <c:v>532</c:v>
                </c:pt>
                <c:pt idx="250">
                  <c:v>532</c:v>
                </c:pt>
                <c:pt idx="251">
                  <c:v>532</c:v>
                </c:pt>
                <c:pt idx="252">
                  <c:v>532</c:v>
                </c:pt>
                <c:pt idx="253">
                  <c:v>532</c:v>
                </c:pt>
                <c:pt idx="254">
                  <c:v>532</c:v>
                </c:pt>
                <c:pt idx="255">
                  <c:v>532</c:v>
                </c:pt>
                <c:pt idx="256">
                  <c:v>532</c:v>
                </c:pt>
                <c:pt idx="257">
                  <c:v>532</c:v>
                </c:pt>
                <c:pt idx="258">
                  <c:v>532</c:v>
                </c:pt>
                <c:pt idx="259">
                  <c:v>532</c:v>
                </c:pt>
                <c:pt idx="260">
                  <c:v>532</c:v>
                </c:pt>
                <c:pt idx="261">
                  <c:v>532</c:v>
                </c:pt>
                <c:pt idx="262">
                  <c:v>532</c:v>
                </c:pt>
                <c:pt idx="263">
                  <c:v>532</c:v>
                </c:pt>
                <c:pt idx="264">
                  <c:v>532</c:v>
                </c:pt>
                <c:pt idx="265">
                  <c:v>532</c:v>
                </c:pt>
                <c:pt idx="266">
                  <c:v>532</c:v>
                </c:pt>
                <c:pt idx="267">
                  <c:v>532</c:v>
                </c:pt>
                <c:pt idx="268">
                  <c:v>532</c:v>
                </c:pt>
                <c:pt idx="269">
                  <c:v>532</c:v>
                </c:pt>
                <c:pt idx="270">
                  <c:v>532</c:v>
                </c:pt>
                <c:pt idx="271">
                  <c:v>532</c:v>
                </c:pt>
                <c:pt idx="272">
                  <c:v>341</c:v>
                </c:pt>
                <c:pt idx="273">
                  <c:v>341</c:v>
                </c:pt>
                <c:pt idx="274">
                  <c:v>341</c:v>
                </c:pt>
                <c:pt idx="275">
                  <c:v>341</c:v>
                </c:pt>
                <c:pt idx="276">
                  <c:v>341</c:v>
                </c:pt>
                <c:pt idx="277">
                  <c:v>341</c:v>
                </c:pt>
                <c:pt idx="278">
                  <c:v>341</c:v>
                </c:pt>
                <c:pt idx="279">
                  <c:v>341</c:v>
                </c:pt>
                <c:pt idx="280">
                  <c:v>341</c:v>
                </c:pt>
                <c:pt idx="281">
                  <c:v>341</c:v>
                </c:pt>
                <c:pt idx="282">
                  <c:v>341</c:v>
                </c:pt>
                <c:pt idx="283">
                  <c:v>341</c:v>
                </c:pt>
                <c:pt idx="284">
                  <c:v>341</c:v>
                </c:pt>
                <c:pt idx="285">
                  <c:v>341</c:v>
                </c:pt>
                <c:pt idx="286">
                  <c:v>341</c:v>
                </c:pt>
                <c:pt idx="287">
                  <c:v>341</c:v>
                </c:pt>
                <c:pt idx="288">
                  <c:v>341</c:v>
                </c:pt>
                <c:pt idx="289">
                  <c:v>341</c:v>
                </c:pt>
                <c:pt idx="290">
                  <c:v>341</c:v>
                </c:pt>
                <c:pt idx="291">
                  <c:v>341</c:v>
                </c:pt>
                <c:pt idx="292">
                  <c:v>341</c:v>
                </c:pt>
                <c:pt idx="293">
                  <c:v>341</c:v>
                </c:pt>
                <c:pt idx="294">
                  <c:v>341</c:v>
                </c:pt>
                <c:pt idx="295">
                  <c:v>341</c:v>
                </c:pt>
                <c:pt idx="296">
                  <c:v>341</c:v>
                </c:pt>
                <c:pt idx="297">
                  <c:v>341</c:v>
                </c:pt>
                <c:pt idx="298">
                  <c:v>341</c:v>
                </c:pt>
                <c:pt idx="299">
                  <c:v>341</c:v>
                </c:pt>
                <c:pt idx="300">
                  <c:v>341</c:v>
                </c:pt>
                <c:pt idx="301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6D-4C03-BF13-FCABF611A8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9622256"/>
        <c:axId val="74963185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Лист1!$A$1</c15:sqref>
                        </c15:formulaRef>
                      </c:ext>
                    </c:extLst>
                    <c:strCache>
                      <c:ptCount val="1"/>
                      <c:pt idx="0">
                        <c:v>номер месяца</c:v>
                      </c:pt>
                    </c:strCache>
                  </c:strRef>
                </c:tx>
                <c:spPr>
                  <a:ln w="34925" cap="rnd">
                    <a:solidFill>
                      <a:schemeClr val="accent1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Лист1!$C$2:$C$303</c15:sqref>
                        </c15:formulaRef>
                      </c:ext>
                    </c:extLst>
                    <c:numCache>
                      <c:formatCode>m/d/yyyy</c:formatCode>
                      <c:ptCount val="302"/>
                      <c:pt idx="0">
                        <c:v>44745</c:v>
                      </c:pt>
                      <c:pt idx="1">
                        <c:v>44746</c:v>
                      </c:pt>
                      <c:pt idx="2">
                        <c:v>44747</c:v>
                      </c:pt>
                      <c:pt idx="3">
                        <c:v>44748</c:v>
                      </c:pt>
                      <c:pt idx="4">
                        <c:v>44749</c:v>
                      </c:pt>
                      <c:pt idx="5">
                        <c:v>44750</c:v>
                      </c:pt>
                      <c:pt idx="6">
                        <c:v>44751</c:v>
                      </c:pt>
                      <c:pt idx="7">
                        <c:v>44752</c:v>
                      </c:pt>
                      <c:pt idx="8">
                        <c:v>44753</c:v>
                      </c:pt>
                      <c:pt idx="9">
                        <c:v>44754</c:v>
                      </c:pt>
                      <c:pt idx="10">
                        <c:v>44755</c:v>
                      </c:pt>
                      <c:pt idx="11">
                        <c:v>44756</c:v>
                      </c:pt>
                      <c:pt idx="12">
                        <c:v>44757</c:v>
                      </c:pt>
                      <c:pt idx="13">
                        <c:v>44758</c:v>
                      </c:pt>
                      <c:pt idx="14">
                        <c:v>44759</c:v>
                      </c:pt>
                      <c:pt idx="15">
                        <c:v>44760</c:v>
                      </c:pt>
                      <c:pt idx="16">
                        <c:v>44761</c:v>
                      </c:pt>
                      <c:pt idx="17">
                        <c:v>44762</c:v>
                      </c:pt>
                      <c:pt idx="18">
                        <c:v>44763</c:v>
                      </c:pt>
                      <c:pt idx="19">
                        <c:v>44764</c:v>
                      </c:pt>
                      <c:pt idx="20">
                        <c:v>44765</c:v>
                      </c:pt>
                      <c:pt idx="21">
                        <c:v>44766</c:v>
                      </c:pt>
                      <c:pt idx="22">
                        <c:v>44767</c:v>
                      </c:pt>
                      <c:pt idx="23">
                        <c:v>44768</c:v>
                      </c:pt>
                      <c:pt idx="24">
                        <c:v>44769</c:v>
                      </c:pt>
                      <c:pt idx="25">
                        <c:v>44770</c:v>
                      </c:pt>
                      <c:pt idx="26">
                        <c:v>44771</c:v>
                      </c:pt>
                      <c:pt idx="27">
                        <c:v>44772</c:v>
                      </c:pt>
                      <c:pt idx="28">
                        <c:v>44773</c:v>
                      </c:pt>
                      <c:pt idx="29">
                        <c:v>44774</c:v>
                      </c:pt>
                      <c:pt idx="30">
                        <c:v>44775</c:v>
                      </c:pt>
                      <c:pt idx="31">
                        <c:v>44776</c:v>
                      </c:pt>
                      <c:pt idx="32">
                        <c:v>44777</c:v>
                      </c:pt>
                      <c:pt idx="33">
                        <c:v>44778</c:v>
                      </c:pt>
                      <c:pt idx="34">
                        <c:v>44779</c:v>
                      </c:pt>
                      <c:pt idx="35">
                        <c:v>44780</c:v>
                      </c:pt>
                      <c:pt idx="36">
                        <c:v>44781</c:v>
                      </c:pt>
                      <c:pt idx="37">
                        <c:v>44782</c:v>
                      </c:pt>
                      <c:pt idx="38">
                        <c:v>44783</c:v>
                      </c:pt>
                      <c:pt idx="39">
                        <c:v>44784</c:v>
                      </c:pt>
                      <c:pt idx="40">
                        <c:v>44785</c:v>
                      </c:pt>
                      <c:pt idx="41">
                        <c:v>44786</c:v>
                      </c:pt>
                      <c:pt idx="42">
                        <c:v>44787</c:v>
                      </c:pt>
                      <c:pt idx="43">
                        <c:v>44788</c:v>
                      </c:pt>
                      <c:pt idx="44">
                        <c:v>44789</c:v>
                      </c:pt>
                      <c:pt idx="45">
                        <c:v>44790</c:v>
                      </c:pt>
                      <c:pt idx="46">
                        <c:v>44791</c:v>
                      </c:pt>
                      <c:pt idx="47">
                        <c:v>44792</c:v>
                      </c:pt>
                      <c:pt idx="48">
                        <c:v>44793</c:v>
                      </c:pt>
                      <c:pt idx="49">
                        <c:v>44794</c:v>
                      </c:pt>
                      <c:pt idx="50">
                        <c:v>44795</c:v>
                      </c:pt>
                      <c:pt idx="51">
                        <c:v>44796</c:v>
                      </c:pt>
                      <c:pt idx="52">
                        <c:v>44797</c:v>
                      </c:pt>
                      <c:pt idx="53">
                        <c:v>44798</c:v>
                      </c:pt>
                      <c:pt idx="54">
                        <c:v>44799</c:v>
                      </c:pt>
                      <c:pt idx="55">
                        <c:v>44800</c:v>
                      </c:pt>
                      <c:pt idx="56">
                        <c:v>44801</c:v>
                      </c:pt>
                      <c:pt idx="57">
                        <c:v>44802</c:v>
                      </c:pt>
                      <c:pt idx="58">
                        <c:v>44803</c:v>
                      </c:pt>
                      <c:pt idx="59">
                        <c:v>44804</c:v>
                      </c:pt>
                      <c:pt idx="60">
                        <c:v>44805</c:v>
                      </c:pt>
                      <c:pt idx="61">
                        <c:v>44806</c:v>
                      </c:pt>
                      <c:pt idx="62">
                        <c:v>44807</c:v>
                      </c:pt>
                      <c:pt idx="63">
                        <c:v>44808</c:v>
                      </c:pt>
                      <c:pt idx="64">
                        <c:v>44809</c:v>
                      </c:pt>
                      <c:pt idx="65">
                        <c:v>44810</c:v>
                      </c:pt>
                      <c:pt idx="66">
                        <c:v>44811</c:v>
                      </c:pt>
                      <c:pt idx="67">
                        <c:v>44812</c:v>
                      </c:pt>
                      <c:pt idx="68">
                        <c:v>44813</c:v>
                      </c:pt>
                      <c:pt idx="69">
                        <c:v>44814</c:v>
                      </c:pt>
                      <c:pt idx="70">
                        <c:v>44815</c:v>
                      </c:pt>
                      <c:pt idx="71">
                        <c:v>44816</c:v>
                      </c:pt>
                      <c:pt idx="72">
                        <c:v>44817</c:v>
                      </c:pt>
                      <c:pt idx="73">
                        <c:v>44818</c:v>
                      </c:pt>
                      <c:pt idx="74">
                        <c:v>44819</c:v>
                      </c:pt>
                      <c:pt idx="75">
                        <c:v>44820</c:v>
                      </c:pt>
                      <c:pt idx="76">
                        <c:v>44821</c:v>
                      </c:pt>
                      <c:pt idx="77">
                        <c:v>44822</c:v>
                      </c:pt>
                      <c:pt idx="78">
                        <c:v>44823</c:v>
                      </c:pt>
                      <c:pt idx="79">
                        <c:v>44824</c:v>
                      </c:pt>
                      <c:pt idx="80">
                        <c:v>44825</c:v>
                      </c:pt>
                      <c:pt idx="81">
                        <c:v>44826</c:v>
                      </c:pt>
                      <c:pt idx="82">
                        <c:v>44827</c:v>
                      </c:pt>
                      <c:pt idx="83">
                        <c:v>44828</c:v>
                      </c:pt>
                      <c:pt idx="84">
                        <c:v>44829</c:v>
                      </c:pt>
                      <c:pt idx="85">
                        <c:v>44830</c:v>
                      </c:pt>
                      <c:pt idx="86">
                        <c:v>44831</c:v>
                      </c:pt>
                      <c:pt idx="87">
                        <c:v>44832</c:v>
                      </c:pt>
                      <c:pt idx="88">
                        <c:v>44833</c:v>
                      </c:pt>
                      <c:pt idx="89">
                        <c:v>44834</c:v>
                      </c:pt>
                      <c:pt idx="90">
                        <c:v>44835</c:v>
                      </c:pt>
                      <c:pt idx="91">
                        <c:v>44836</c:v>
                      </c:pt>
                      <c:pt idx="92">
                        <c:v>44837</c:v>
                      </c:pt>
                      <c:pt idx="93">
                        <c:v>44838</c:v>
                      </c:pt>
                      <c:pt idx="94">
                        <c:v>44839</c:v>
                      </c:pt>
                      <c:pt idx="95">
                        <c:v>44840</c:v>
                      </c:pt>
                      <c:pt idx="96">
                        <c:v>44841</c:v>
                      </c:pt>
                      <c:pt idx="97">
                        <c:v>44842</c:v>
                      </c:pt>
                      <c:pt idx="98">
                        <c:v>44843</c:v>
                      </c:pt>
                      <c:pt idx="99">
                        <c:v>44844</c:v>
                      </c:pt>
                      <c:pt idx="100">
                        <c:v>44845</c:v>
                      </c:pt>
                      <c:pt idx="101">
                        <c:v>44846</c:v>
                      </c:pt>
                      <c:pt idx="102">
                        <c:v>44847</c:v>
                      </c:pt>
                      <c:pt idx="103">
                        <c:v>44848</c:v>
                      </c:pt>
                      <c:pt idx="104">
                        <c:v>44849</c:v>
                      </c:pt>
                      <c:pt idx="105">
                        <c:v>44850</c:v>
                      </c:pt>
                      <c:pt idx="106">
                        <c:v>44851</c:v>
                      </c:pt>
                      <c:pt idx="107">
                        <c:v>44852</c:v>
                      </c:pt>
                      <c:pt idx="108">
                        <c:v>44853</c:v>
                      </c:pt>
                      <c:pt idx="109">
                        <c:v>44854</c:v>
                      </c:pt>
                      <c:pt idx="110">
                        <c:v>44855</c:v>
                      </c:pt>
                      <c:pt idx="111">
                        <c:v>44856</c:v>
                      </c:pt>
                      <c:pt idx="112">
                        <c:v>44857</c:v>
                      </c:pt>
                      <c:pt idx="113">
                        <c:v>44858</c:v>
                      </c:pt>
                      <c:pt idx="114">
                        <c:v>44859</c:v>
                      </c:pt>
                      <c:pt idx="115">
                        <c:v>44860</c:v>
                      </c:pt>
                      <c:pt idx="116">
                        <c:v>44861</c:v>
                      </c:pt>
                      <c:pt idx="117">
                        <c:v>44862</c:v>
                      </c:pt>
                      <c:pt idx="118">
                        <c:v>44863</c:v>
                      </c:pt>
                      <c:pt idx="119">
                        <c:v>44864</c:v>
                      </c:pt>
                      <c:pt idx="120">
                        <c:v>44865</c:v>
                      </c:pt>
                      <c:pt idx="121">
                        <c:v>44866</c:v>
                      </c:pt>
                      <c:pt idx="122">
                        <c:v>44867</c:v>
                      </c:pt>
                      <c:pt idx="123">
                        <c:v>44868</c:v>
                      </c:pt>
                      <c:pt idx="124">
                        <c:v>44869</c:v>
                      </c:pt>
                      <c:pt idx="125">
                        <c:v>44870</c:v>
                      </c:pt>
                      <c:pt idx="126">
                        <c:v>44871</c:v>
                      </c:pt>
                      <c:pt idx="127">
                        <c:v>44872</c:v>
                      </c:pt>
                      <c:pt idx="128">
                        <c:v>44873</c:v>
                      </c:pt>
                      <c:pt idx="129">
                        <c:v>44874</c:v>
                      </c:pt>
                      <c:pt idx="130">
                        <c:v>44875</c:v>
                      </c:pt>
                      <c:pt idx="131">
                        <c:v>44876</c:v>
                      </c:pt>
                      <c:pt idx="132">
                        <c:v>44877</c:v>
                      </c:pt>
                      <c:pt idx="133">
                        <c:v>44878</c:v>
                      </c:pt>
                      <c:pt idx="134">
                        <c:v>44879</c:v>
                      </c:pt>
                      <c:pt idx="135">
                        <c:v>44880</c:v>
                      </c:pt>
                      <c:pt idx="136">
                        <c:v>44881</c:v>
                      </c:pt>
                      <c:pt idx="137">
                        <c:v>44882</c:v>
                      </c:pt>
                      <c:pt idx="138">
                        <c:v>44883</c:v>
                      </c:pt>
                      <c:pt idx="139">
                        <c:v>44884</c:v>
                      </c:pt>
                      <c:pt idx="140">
                        <c:v>44885</c:v>
                      </c:pt>
                      <c:pt idx="141">
                        <c:v>44886</c:v>
                      </c:pt>
                      <c:pt idx="142">
                        <c:v>44887</c:v>
                      </c:pt>
                      <c:pt idx="143">
                        <c:v>44888</c:v>
                      </c:pt>
                      <c:pt idx="144">
                        <c:v>44889</c:v>
                      </c:pt>
                      <c:pt idx="145">
                        <c:v>44890</c:v>
                      </c:pt>
                      <c:pt idx="146">
                        <c:v>44891</c:v>
                      </c:pt>
                      <c:pt idx="147">
                        <c:v>44892</c:v>
                      </c:pt>
                      <c:pt idx="148">
                        <c:v>44893</c:v>
                      </c:pt>
                      <c:pt idx="149">
                        <c:v>44894</c:v>
                      </c:pt>
                      <c:pt idx="150">
                        <c:v>44895</c:v>
                      </c:pt>
                      <c:pt idx="151">
                        <c:v>44896</c:v>
                      </c:pt>
                      <c:pt idx="152">
                        <c:v>44897</c:v>
                      </c:pt>
                      <c:pt idx="153">
                        <c:v>44898</c:v>
                      </c:pt>
                      <c:pt idx="154">
                        <c:v>44899</c:v>
                      </c:pt>
                      <c:pt idx="155">
                        <c:v>44900</c:v>
                      </c:pt>
                      <c:pt idx="156">
                        <c:v>44901</c:v>
                      </c:pt>
                      <c:pt idx="157">
                        <c:v>44902</c:v>
                      </c:pt>
                      <c:pt idx="158">
                        <c:v>44903</c:v>
                      </c:pt>
                      <c:pt idx="159">
                        <c:v>44904</c:v>
                      </c:pt>
                      <c:pt idx="160">
                        <c:v>44905</c:v>
                      </c:pt>
                      <c:pt idx="161">
                        <c:v>44906</c:v>
                      </c:pt>
                      <c:pt idx="162">
                        <c:v>44907</c:v>
                      </c:pt>
                      <c:pt idx="163">
                        <c:v>44908</c:v>
                      </c:pt>
                      <c:pt idx="164">
                        <c:v>44909</c:v>
                      </c:pt>
                      <c:pt idx="165">
                        <c:v>44910</c:v>
                      </c:pt>
                      <c:pt idx="166">
                        <c:v>44911</c:v>
                      </c:pt>
                      <c:pt idx="167">
                        <c:v>44912</c:v>
                      </c:pt>
                      <c:pt idx="168">
                        <c:v>44913</c:v>
                      </c:pt>
                      <c:pt idx="169">
                        <c:v>44914</c:v>
                      </c:pt>
                      <c:pt idx="170">
                        <c:v>44915</c:v>
                      </c:pt>
                      <c:pt idx="171">
                        <c:v>44916</c:v>
                      </c:pt>
                      <c:pt idx="172">
                        <c:v>44917</c:v>
                      </c:pt>
                      <c:pt idx="173">
                        <c:v>44918</c:v>
                      </c:pt>
                      <c:pt idx="174">
                        <c:v>44919</c:v>
                      </c:pt>
                      <c:pt idx="175">
                        <c:v>44920</c:v>
                      </c:pt>
                      <c:pt idx="176">
                        <c:v>44921</c:v>
                      </c:pt>
                      <c:pt idx="177">
                        <c:v>44922</c:v>
                      </c:pt>
                      <c:pt idx="178">
                        <c:v>44923</c:v>
                      </c:pt>
                      <c:pt idx="179">
                        <c:v>44924</c:v>
                      </c:pt>
                      <c:pt idx="180">
                        <c:v>44925</c:v>
                      </c:pt>
                      <c:pt idx="181">
                        <c:v>44926</c:v>
                      </c:pt>
                      <c:pt idx="182">
                        <c:v>44927</c:v>
                      </c:pt>
                      <c:pt idx="183">
                        <c:v>44928</c:v>
                      </c:pt>
                      <c:pt idx="184">
                        <c:v>44929</c:v>
                      </c:pt>
                      <c:pt idx="185">
                        <c:v>44930</c:v>
                      </c:pt>
                      <c:pt idx="186">
                        <c:v>44931</c:v>
                      </c:pt>
                      <c:pt idx="187">
                        <c:v>44932</c:v>
                      </c:pt>
                      <c:pt idx="188">
                        <c:v>44933</c:v>
                      </c:pt>
                      <c:pt idx="189">
                        <c:v>44934</c:v>
                      </c:pt>
                      <c:pt idx="190">
                        <c:v>44935</c:v>
                      </c:pt>
                      <c:pt idx="191">
                        <c:v>44936</c:v>
                      </c:pt>
                      <c:pt idx="192">
                        <c:v>44937</c:v>
                      </c:pt>
                      <c:pt idx="193">
                        <c:v>44938</c:v>
                      </c:pt>
                      <c:pt idx="194">
                        <c:v>44939</c:v>
                      </c:pt>
                      <c:pt idx="195">
                        <c:v>44940</c:v>
                      </c:pt>
                      <c:pt idx="196">
                        <c:v>44941</c:v>
                      </c:pt>
                      <c:pt idx="197">
                        <c:v>44942</c:v>
                      </c:pt>
                      <c:pt idx="198">
                        <c:v>44943</c:v>
                      </c:pt>
                      <c:pt idx="199">
                        <c:v>44944</c:v>
                      </c:pt>
                      <c:pt idx="200">
                        <c:v>44945</c:v>
                      </c:pt>
                      <c:pt idx="201">
                        <c:v>44946</c:v>
                      </c:pt>
                      <c:pt idx="202">
                        <c:v>44947</c:v>
                      </c:pt>
                      <c:pt idx="203">
                        <c:v>44948</c:v>
                      </c:pt>
                      <c:pt idx="204">
                        <c:v>44949</c:v>
                      </c:pt>
                      <c:pt idx="205">
                        <c:v>44950</c:v>
                      </c:pt>
                      <c:pt idx="206">
                        <c:v>44951</c:v>
                      </c:pt>
                      <c:pt idx="207">
                        <c:v>44952</c:v>
                      </c:pt>
                      <c:pt idx="208">
                        <c:v>44953</c:v>
                      </c:pt>
                      <c:pt idx="209">
                        <c:v>44954</c:v>
                      </c:pt>
                      <c:pt idx="210">
                        <c:v>44955</c:v>
                      </c:pt>
                      <c:pt idx="211">
                        <c:v>44956</c:v>
                      </c:pt>
                      <c:pt idx="212">
                        <c:v>44957</c:v>
                      </c:pt>
                      <c:pt idx="213">
                        <c:v>44958</c:v>
                      </c:pt>
                      <c:pt idx="214">
                        <c:v>44959</c:v>
                      </c:pt>
                      <c:pt idx="215">
                        <c:v>44960</c:v>
                      </c:pt>
                      <c:pt idx="216">
                        <c:v>44961</c:v>
                      </c:pt>
                      <c:pt idx="217">
                        <c:v>44962</c:v>
                      </c:pt>
                      <c:pt idx="218">
                        <c:v>44963</c:v>
                      </c:pt>
                      <c:pt idx="219">
                        <c:v>44964</c:v>
                      </c:pt>
                      <c:pt idx="220">
                        <c:v>44965</c:v>
                      </c:pt>
                      <c:pt idx="221">
                        <c:v>44966</c:v>
                      </c:pt>
                      <c:pt idx="222">
                        <c:v>44967</c:v>
                      </c:pt>
                      <c:pt idx="223">
                        <c:v>44968</c:v>
                      </c:pt>
                      <c:pt idx="224">
                        <c:v>44969</c:v>
                      </c:pt>
                      <c:pt idx="225">
                        <c:v>44970</c:v>
                      </c:pt>
                      <c:pt idx="226">
                        <c:v>44971</c:v>
                      </c:pt>
                      <c:pt idx="227">
                        <c:v>44972</c:v>
                      </c:pt>
                      <c:pt idx="228">
                        <c:v>44973</c:v>
                      </c:pt>
                      <c:pt idx="229">
                        <c:v>44974</c:v>
                      </c:pt>
                      <c:pt idx="230">
                        <c:v>44975</c:v>
                      </c:pt>
                      <c:pt idx="231">
                        <c:v>44976</c:v>
                      </c:pt>
                      <c:pt idx="232">
                        <c:v>44977</c:v>
                      </c:pt>
                      <c:pt idx="233">
                        <c:v>44978</c:v>
                      </c:pt>
                      <c:pt idx="234">
                        <c:v>44979</c:v>
                      </c:pt>
                      <c:pt idx="235">
                        <c:v>44980</c:v>
                      </c:pt>
                      <c:pt idx="236">
                        <c:v>44981</c:v>
                      </c:pt>
                      <c:pt idx="237">
                        <c:v>44982</c:v>
                      </c:pt>
                      <c:pt idx="238">
                        <c:v>44983</c:v>
                      </c:pt>
                      <c:pt idx="239">
                        <c:v>44984</c:v>
                      </c:pt>
                      <c:pt idx="240">
                        <c:v>44985</c:v>
                      </c:pt>
                      <c:pt idx="241">
                        <c:v>44986</c:v>
                      </c:pt>
                      <c:pt idx="242">
                        <c:v>44987</c:v>
                      </c:pt>
                      <c:pt idx="243">
                        <c:v>44988</c:v>
                      </c:pt>
                      <c:pt idx="244">
                        <c:v>44989</c:v>
                      </c:pt>
                      <c:pt idx="245">
                        <c:v>44990</c:v>
                      </c:pt>
                      <c:pt idx="246">
                        <c:v>44991</c:v>
                      </c:pt>
                      <c:pt idx="247">
                        <c:v>44992</c:v>
                      </c:pt>
                      <c:pt idx="248">
                        <c:v>44993</c:v>
                      </c:pt>
                      <c:pt idx="249">
                        <c:v>44994</c:v>
                      </c:pt>
                      <c:pt idx="250">
                        <c:v>44995</c:v>
                      </c:pt>
                      <c:pt idx="251">
                        <c:v>44996</c:v>
                      </c:pt>
                      <c:pt idx="252">
                        <c:v>44997</c:v>
                      </c:pt>
                      <c:pt idx="253">
                        <c:v>44998</c:v>
                      </c:pt>
                      <c:pt idx="254">
                        <c:v>44999</c:v>
                      </c:pt>
                      <c:pt idx="255">
                        <c:v>45000</c:v>
                      </c:pt>
                      <c:pt idx="256">
                        <c:v>45001</c:v>
                      </c:pt>
                      <c:pt idx="257">
                        <c:v>45002</c:v>
                      </c:pt>
                      <c:pt idx="258">
                        <c:v>45003</c:v>
                      </c:pt>
                      <c:pt idx="259">
                        <c:v>45004</c:v>
                      </c:pt>
                      <c:pt idx="260">
                        <c:v>45005</c:v>
                      </c:pt>
                      <c:pt idx="261">
                        <c:v>45006</c:v>
                      </c:pt>
                      <c:pt idx="262">
                        <c:v>45007</c:v>
                      </c:pt>
                      <c:pt idx="263">
                        <c:v>45008</c:v>
                      </c:pt>
                      <c:pt idx="264">
                        <c:v>45009</c:v>
                      </c:pt>
                      <c:pt idx="265">
                        <c:v>45010</c:v>
                      </c:pt>
                      <c:pt idx="266">
                        <c:v>45011</c:v>
                      </c:pt>
                      <c:pt idx="267">
                        <c:v>45012</c:v>
                      </c:pt>
                      <c:pt idx="268">
                        <c:v>45013</c:v>
                      </c:pt>
                      <c:pt idx="269">
                        <c:v>45014</c:v>
                      </c:pt>
                      <c:pt idx="270">
                        <c:v>45015</c:v>
                      </c:pt>
                      <c:pt idx="271">
                        <c:v>45016</c:v>
                      </c:pt>
                      <c:pt idx="272">
                        <c:v>45017</c:v>
                      </c:pt>
                      <c:pt idx="273">
                        <c:v>45018</c:v>
                      </c:pt>
                      <c:pt idx="274">
                        <c:v>45019</c:v>
                      </c:pt>
                      <c:pt idx="275">
                        <c:v>45020</c:v>
                      </c:pt>
                      <c:pt idx="276">
                        <c:v>45021</c:v>
                      </c:pt>
                      <c:pt idx="277">
                        <c:v>45022</c:v>
                      </c:pt>
                      <c:pt idx="278">
                        <c:v>45023</c:v>
                      </c:pt>
                      <c:pt idx="279">
                        <c:v>45024</c:v>
                      </c:pt>
                      <c:pt idx="280">
                        <c:v>45025</c:v>
                      </c:pt>
                      <c:pt idx="281">
                        <c:v>45026</c:v>
                      </c:pt>
                      <c:pt idx="282">
                        <c:v>45027</c:v>
                      </c:pt>
                      <c:pt idx="283">
                        <c:v>45028</c:v>
                      </c:pt>
                      <c:pt idx="284">
                        <c:v>45029</c:v>
                      </c:pt>
                      <c:pt idx="285">
                        <c:v>45030</c:v>
                      </c:pt>
                      <c:pt idx="286">
                        <c:v>45031</c:v>
                      </c:pt>
                      <c:pt idx="287">
                        <c:v>45032</c:v>
                      </c:pt>
                      <c:pt idx="288">
                        <c:v>45033</c:v>
                      </c:pt>
                      <c:pt idx="289">
                        <c:v>45034</c:v>
                      </c:pt>
                      <c:pt idx="290">
                        <c:v>45035</c:v>
                      </c:pt>
                      <c:pt idx="291">
                        <c:v>45036</c:v>
                      </c:pt>
                      <c:pt idx="292">
                        <c:v>45037</c:v>
                      </c:pt>
                      <c:pt idx="293">
                        <c:v>45038</c:v>
                      </c:pt>
                      <c:pt idx="294">
                        <c:v>45039</c:v>
                      </c:pt>
                      <c:pt idx="295">
                        <c:v>45040</c:v>
                      </c:pt>
                      <c:pt idx="296">
                        <c:v>45041</c:v>
                      </c:pt>
                      <c:pt idx="297">
                        <c:v>45042</c:v>
                      </c:pt>
                      <c:pt idx="298">
                        <c:v>45043</c:v>
                      </c:pt>
                      <c:pt idx="299">
                        <c:v>45044</c:v>
                      </c:pt>
                      <c:pt idx="300">
                        <c:v>45045</c:v>
                      </c:pt>
                      <c:pt idx="301">
                        <c:v>45046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Лист1!$A$2:$A$303</c15:sqref>
                        </c15:formulaRef>
                      </c:ext>
                    </c:extLst>
                    <c:numCache>
                      <c:formatCode>General</c:formatCode>
                      <c:ptCount val="302"/>
                      <c:pt idx="0">
                        <c:v>7</c:v>
                      </c:pt>
                      <c:pt idx="1">
                        <c:v>7</c:v>
                      </c:pt>
                      <c:pt idx="2">
                        <c:v>7</c:v>
                      </c:pt>
                      <c:pt idx="3">
                        <c:v>7</c:v>
                      </c:pt>
                      <c:pt idx="4">
                        <c:v>7</c:v>
                      </c:pt>
                      <c:pt idx="5">
                        <c:v>7</c:v>
                      </c:pt>
                      <c:pt idx="6">
                        <c:v>7</c:v>
                      </c:pt>
                      <c:pt idx="7">
                        <c:v>7</c:v>
                      </c:pt>
                      <c:pt idx="8">
                        <c:v>7</c:v>
                      </c:pt>
                      <c:pt idx="9">
                        <c:v>7</c:v>
                      </c:pt>
                      <c:pt idx="10">
                        <c:v>7</c:v>
                      </c:pt>
                      <c:pt idx="11">
                        <c:v>7</c:v>
                      </c:pt>
                      <c:pt idx="12">
                        <c:v>7</c:v>
                      </c:pt>
                      <c:pt idx="13">
                        <c:v>7</c:v>
                      </c:pt>
                      <c:pt idx="14">
                        <c:v>7</c:v>
                      </c:pt>
                      <c:pt idx="15">
                        <c:v>7</c:v>
                      </c:pt>
                      <c:pt idx="16">
                        <c:v>7</c:v>
                      </c:pt>
                      <c:pt idx="17">
                        <c:v>7</c:v>
                      </c:pt>
                      <c:pt idx="18">
                        <c:v>7</c:v>
                      </c:pt>
                      <c:pt idx="19">
                        <c:v>7</c:v>
                      </c:pt>
                      <c:pt idx="20">
                        <c:v>7</c:v>
                      </c:pt>
                      <c:pt idx="21">
                        <c:v>7</c:v>
                      </c:pt>
                      <c:pt idx="22">
                        <c:v>7</c:v>
                      </c:pt>
                      <c:pt idx="23">
                        <c:v>7</c:v>
                      </c:pt>
                      <c:pt idx="24">
                        <c:v>7</c:v>
                      </c:pt>
                      <c:pt idx="25">
                        <c:v>7</c:v>
                      </c:pt>
                      <c:pt idx="26">
                        <c:v>7</c:v>
                      </c:pt>
                      <c:pt idx="27">
                        <c:v>7</c:v>
                      </c:pt>
                      <c:pt idx="28">
                        <c:v>7</c:v>
                      </c:pt>
                      <c:pt idx="29">
                        <c:v>8</c:v>
                      </c:pt>
                      <c:pt idx="30">
                        <c:v>8</c:v>
                      </c:pt>
                      <c:pt idx="31">
                        <c:v>8</c:v>
                      </c:pt>
                      <c:pt idx="32">
                        <c:v>8</c:v>
                      </c:pt>
                      <c:pt idx="33">
                        <c:v>8</c:v>
                      </c:pt>
                      <c:pt idx="34">
                        <c:v>8</c:v>
                      </c:pt>
                      <c:pt idx="35">
                        <c:v>8</c:v>
                      </c:pt>
                      <c:pt idx="36">
                        <c:v>8</c:v>
                      </c:pt>
                      <c:pt idx="37">
                        <c:v>8</c:v>
                      </c:pt>
                      <c:pt idx="38">
                        <c:v>8</c:v>
                      </c:pt>
                      <c:pt idx="39">
                        <c:v>8</c:v>
                      </c:pt>
                      <c:pt idx="40">
                        <c:v>8</c:v>
                      </c:pt>
                      <c:pt idx="41">
                        <c:v>8</c:v>
                      </c:pt>
                      <c:pt idx="42">
                        <c:v>8</c:v>
                      </c:pt>
                      <c:pt idx="43">
                        <c:v>8</c:v>
                      </c:pt>
                      <c:pt idx="44">
                        <c:v>8</c:v>
                      </c:pt>
                      <c:pt idx="45">
                        <c:v>8</c:v>
                      </c:pt>
                      <c:pt idx="46">
                        <c:v>8</c:v>
                      </c:pt>
                      <c:pt idx="47">
                        <c:v>8</c:v>
                      </c:pt>
                      <c:pt idx="48">
                        <c:v>8</c:v>
                      </c:pt>
                      <c:pt idx="49">
                        <c:v>8</c:v>
                      </c:pt>
                      <c:pt idx="50">
                        <c:v>8</c:v>
                      </c:pt>
                      <c:pt idx="51">
                        <c:v>8</c:v>
                      </c:pt>
                      <c:pt idx="52">
                        <c:v>8</c:v>
                      </c:pt>
                      <c:pt idx="53">
                        <c:v>8</c:v>
                      </c:pt>
                      <c:pt idx="54">
                        <c:v>8</c:v>
                      </c:pt>
                      <c:pt idx="55">
                        <c:v>8</c:v>
                      </c:pt>
                      <c:pt idx="56">
                        <c:v>8</c:v>
                      </c:pt>
                      <c:pt idx="57">
                        <c:v>8</c:v>
                      </c:pt>
                      <c:pt idx="58">
                        <c:v>8</c:v>
                      </c:pt>
                      <c:pt idx="59">
                        <c:v>8</c:v>
                      </c:pt>
                      <c:pt idx="60">
                        <c:v>9</c:v>
                      </c:pt>
                      <c:pt idx="61">
                        <c:v>9</c:v>
                      </c:pt>
                      <c:pt idx="62">
                        <c:v>9</c:v>
                      </c:pt>
                      <c:pt idx="63">
                        <c:v>9</c:v>
                      </c:pt>
                      <c:pt idx="64">
                        <c:v>9</c:v>
                      </c:pt>
                      <c:pt idx="65">
                        <c:v>9</c:v>
                      </c:pt>
                      <c:pt idx="66">
                        <c:v>9</c:v>
                      </c:pt>
                      <c:pt idx="67">
                        <c:v>9</c:v>
                      </c:pt>
                      <c:pt idx="68">
                        <c:v>9</c:v>
                      </c:pt>
                      <c:pt idx="69">
                        <c:v>9</c:v>
                      </c:pt>
                      <c:pt idx="70">
                        <c:v>9</c:v>
                      </c:pt>
                      <c:pt idx="71">
                        <c:v>9</c:v>
                      </c:pt>
                      <c:pt idx="72">
                        <c:v>9</c:v>
                      </c:pt>
                      <c:pt idx="73">
                        <c:v>9</c:v>
                      </c:pt>
                      <c:pt idx="74">
                        <c:v>9</c:v>
                      </c:pt>
                      <c:pt idx="75">
                        <c:v>9</c:v>
                      </c:pt>
                      <c:pt idx="76">
                        <c:v>9</c:v>
                      </c:pt>
                      <c:pt idx="77">
                        <c:v>9</c:v>
                      </c:pt>
                      <c:pt idx="78">
                        <c:v>9</c:v>
                      </c:pt>
                      <c:pt idx="79">
                        <c:v>9</c:v>
                      </c:pt>
                      <c:pt idx="80">
                        <c:v>9</c:v>
                      </c:pt>
                      <c:pt idx="81">
                        <c:v>9</c:v>
                      </c:pt>
                      <c:pt idx="82">
                        <c:v>9</c:v>
                      </c:pt>
                      <c:pt idx="83">
                        <c:v>9</c:v>
                      </c:pt>
                      <c:pt idx="84">
                        <c:v>9</c:v>
                      </c:pt>
                      <c:pt idx="85">
                        <c:v>9</c:v>
                      </c:pt>
                      <c:pt idx="86">
                        <c:v>9</c:v>
                      </c:pt>
                      <c:pt idx="87">
                        <c:v>9</c:v>
                      </c:pt>
                      <c:pt idx="88">
                        <c:v>9</c:v>
                      </c:pt>
                      <c:pt idx="89">
                        <c:v>9</c:v>
                      </c:pt>
                      <c:pt idx="90">
                        <c:v>10</c:v>
                      </c:pt>
                      <c:pt idx="91">
                        <c:v>10</c:v>
                      </c:pt>
                      <c:pt idx="92">
                        <c:v>10</c:v>
                      </c:pt>
                      <c:pt idx="93">
                        <c:v>10</c:v>
                      </c:pt>
                      <c:pt idx="94">
                        <c:v>10</c:v>
                      </c:pt>
                      <c:pt idx="95">
                        <c:v>10</c:v>
                      </c:pt>
                      <c:pt idx="96">
                        <c:v>10</c:v>
                      </c:pt>
                      <c:pt idx="97">
                        <c:v>10</c:v>
                      </c:pt>
                      <c:pt idx="98">
                        <c:v>10</c:v>
                      </c:pt>
                      <c:pt idx="99">
                        <c:v>10</c:v>
                      </c:pt>
                      <c:pt idx="100">
                        <c:v>10</c:v>
                      </c:pt>
                      <c:pt idx="101">
                        <c:v>10</c:v>
                      </c:pt>
                      <c:pt idx="102">
                        <c:v>10</c:v>
                      </c:pt>
                      <c:pt idx="103">
                        <c:v>10</c:v>
                      </c:pt>
                      <c:pt idx="104">
                        <c:v>10</c:v>
                      </c:pt>
                      <c:pt idx="105">
                        <c:v>10</c:v>
                      </c:pt>
                      <c:pt idx="106">
                        <c:v>10</c:v>
                      </c:pt>
                      <c:pt idx="107">
                        <c:v>10</c:v>
                      </c:pt>
                      <c:pt idx="108">
                        <c:v>10</c:v>
                      </c:pt>
                      <c:pt idx="109">
                        <c:v>10</c:v>
                      </c:pt>
                      <c:pt idx="110">
                        <c:v>10</c:v>
                      </c:pt>
                      <c:pt idx="111">
                        <c:v>10</c:v>
                      </c:pt>
                      <c:pt idx="112">
                        <c:v>10</c:v>
                      </c:pt>
                      <c:pt idx="113">
                        <c:v>10</c:v>
                      </c:pt>
                      <c:pt idx="114">
                        <c:v>10</c:v>
                      </c:pt>
                      <c:pt idx="115">
                        <c:v>10</c:v>
                      </c:pt>
                      <c:pt idx="116">
                        <c:v>10</c:v>
                      </c:pt>
                      <c:pt idx="117">
                        <c:v>10</c:v>
                      </c:pt>
                      <c:pt idx="118">
                        <c:v>10</c:v>
                      </c:pt>
                      <c:pt idx="119">
                        <c:v>10</c:v>
                      </c:pt>
                      <c:pt idx="120">
                        <c:v>10</c:v>
                      </c:pt>
                      <c:pt idx="121">
                        <c:v>11</c:v>
                      </c:pt>
                      <c:pt idx="122">
                        <c:v>11</c:v>
                      </c:pt>
                      <c:pt idx="123">
                        <c:v>11</c:v>
                      </c:pt>
                      <c:pt idx="124">
                        <c:v>11</c:v>
                      </c:pt>
                      <c:pt idx="125">
                        <c:v>11</c:v>
                      </c:pt>
                      <c:pt idx="126">
                        <c:v>11</c:v>
                      </c:pt>
                      <c:pt idx="127">
                        <c:v>11</c:v>
                      </c:pt>
                      <c:pt idx="128">
                        <c:v>11</c:v>
                      </c:pt>
                      <c:pt idx="129">
                        <c:v>11</c:v>
                      </c:pt>
                      <c:pt idx="130">
                        <c:v>11</c:v>
                      </c:pt>
                      <c:pt idx="131">
                        <c:v>11</c:v>
                      </c:pt>
                      <c:pt idx="132">
                        <c:v>11</c:v>
                      </c:pt>
                      <c:pt idx="133">
                        <c:v>11</c:v>
                      </c:pt>
                      <c:pt idx="134">
                        <c:v>11</c:v>
                      </c:pt>
                      <c:pt idx="135">
                        <c:v>11</c:v>
                      </c:pt>
                      <c:pt idx="136">
                        <c:v>11</c:v>
                      </c:pt>
                      <c:pt idx="137">
                        <c:v>11</c:v>
                      </c:pt>
                      <c:pt idx="138">
                        <c:v>11</c:v>
                      </c:pt>
                      <c:pt idx="139">
                        <c:v>11</c:v>
                      </c:pt>
                      <c:pt idx="140">
                        <c:v>11</c:v>
                      </c:pt>
                      <c:pt idx="141">
                        <c:v>11</c:v>
                      </c:pt>
                      <c:pt idx="142">
                        <c:v>11</c:v>
                      </c:pt>
                      <c:pt idx="143">
                        <c:v>11</c:v>
                      </c:pt>
                      <c:pt idx="144">
                        <c:v>11</c:v>
                      </c:pt>
                      <c:pt idx="145">
                        <c:v>11</c:v>
                      </c:pt>
                      <c:pt idx="146">
                        <c:v>11</c:v>
                      </c:pt>
                      <c:pt idx="147">
                        <c:v>11</c:v>
                      </c:pt>
                      <c:pt idx="148">
                        <c:v>11</c:v>
                      </c:pt>
                      <c:pt idx="149">
                        <c:v>11</c:v>
                      </c:pt>
                      <c:pt idx="150">
                        <c:v>11</c:v>
                      </c:pt>
                      <c:pt idx="151">
                        <c:v>12</c:v>
                      </c:pt>
                      <c:pt idx="152">
                        <c:v>12</c:v>
                      </c:pt>
                      <c:pt idx="153">
                        <c:v>12</c:v>
                      </c:pt>
                      <c:pt idx="154">
                        <c:v>12</c:v>
                      </c:pt>
                      <c:pt idx="155">
                        <c:v>12</c:v>
                      </c:pt>
                      <c:pt idx="156">
                        <c:v>12</c:v>
                      </c:pt>
                      <c:pt idx="157">
                        <c:v>12</c:v>
                      </c:pt>
                      <c:pt idx="158">
                        <c:v>12</c:v>
                      </c:pt>
                      <c:pt idx="159">
                        <c:v>12</c:v>
                      </c:pt>
                      <c:pt idx="160">
                        <c:v>12</c:v>
                      </c:pt>
                      <c:pt idx="161">
                        <c:v>12</c:v>
                      </c:pt>
                      <c:pt idx="162">
                        <c:v>12</c:v>
                      </c:pt>
                      <c:pt idx="163">
                        <c:v>12</c:v>
                      </c:pt>
                      <c:pt idx="164">
                        <c:v>12</c:v>
                      </c:pt>
                      <c:pt idx="165">
                        <c:v>12</c:v>
                      </c:pt>
                      <c:pt idx="166">
                        <c:v>12</c:v>
                      </c:pt>
                      <c:pt idx="167">
                        <c:v>12</c:v>
                      </c:pt>
                      <c:pt idx="168">
                        <c:v>12</c:v>
                      </c:pt>
                      <c:pt idx="169">
                        <c:v>12</c:v>
                      </c:pt>
                      <c:pt idx="170">
                        <c:v>12</c:v>
                      </c:pt>
                      <c:pt idx="171">
                        <c:v>12</c:v>
                      </c:pt>
                      <c:pt idx="172">
                        <c:v>12</c:v>
                      </c:pt>
                      <c:pt idx="173">
                        <c:v>12</c:v>
                      </c:pt>
                      <c:pt idx="174">
                        <c:v>12</c:v>
                      </c:pt>
                      <c:pt idx="175">
                        <c:v>12</c:v>
                      </c:pt>
                      <c:pt idx="176">
                        <c:v>12</c:v>
                      </c:pt>
                      <c:pt idx="177">
                        <c:v>12</c:v>
                      </c:pt>
                      <c:pt idx="178">
                        <c:v>12</c:v>
                      </c:pt>
                      <c:pt idx="179">
                        <c:v>12</c:v>
                      </c:pt>
                      <c:pt idx="180">
                        <c:v>12</c:v>
                      </c:pt>
                      <c:pt idx="181">
                        <c:v>12</c:v>
                      </c:pt>
                      <c:pt idx="182">
                        <c:v>1</c:v>
                      </c:pt>
                      <c:pt idx="183">
                        <c:v>1</c:v>
                      </c:pt>
                      <c:pt idx="184">
                        <c:v>1</c:v>
                      </c:pt>
                      <c:pt idx="185">
                        <c:v>1</c:v>
                      </c:pt>
                      <c:pt idx="186">
                        <c:v>1</c:v>
                      </c:pt>
                      <c:pt idx="187">
                        <c:v>1</c:v>
                      </c:pt>
                      <c:pt idx="188">
                        <c:v>1</c:v>
                      </c:pt>
                      <c:pt idx="189">
                        <c:v>1</c:v>
                      </c:pt>
                      <c:pt idx="190">
                        <c:v>1</c:v>
                      </c:pt>
                      <c:pt idx="191">
                        <c:v>1</c:v>
                      </c:pt>
                      <c:pt idx="192">
                        <c:v>1</c:v>
                      </c:pt>
                      <c:pt idx="193">
                        <c:v>1</c:v>
                      </c:pt>
                      <c:pt idx="194">
                        <c:v>1</c:v>
                      </c:pt>
                      <c:pt idx="195">
                        <c:v>1</c:v>
                      </c:pt>
                      <c:pt idx="196">
                        <c:v>1</c:v>
                      </c:pt>
                      <c:pt idx="197">
                        <c:v>1</c:v>
                      </c:pt>
                      <c:pt idx="198">
                        <c:v>1</c:v>
                      </c:pt>
                      <c:pt idx="199">
                        <c:v>1</c:v>
                      </c:pt>
                      <c:pt idx="200">
                        <c:v>1</c:v>
                      </c:pt>
                      <c:pt idx="201">
                        <c:v>1</c:v>
                      </c:pt>
                      <c:pt idx="202">
                        <c:v>1</c:v>
                      </c:pt>
                      <c:pt idx="203">
                        <c:v>1</c:v>
                      </c:pt>
                      <c:pt idx="204">
                        <c:v>1</c:v>
                      </c:pt>
                      <c:pt idx="205">
                        <c:v>1</c:v>
                      </c:pt>
                      <c:pt idx="206">
                        <c:v>1</c:v>
                      </c:pt>
                      <c:pt idx="207">
                        <c:v>1</c:v>
                      </c:pt>
                      <c:pt idx="208">
                        <c:v>1</c:v>
                      </c:pt>
                      <c:pt idx="209">
                        <c:v>1</c:v>
                      </c:pt>
                      <c:pt idx="210">
                        <c:v>1</c:v>
                      </c:pt>
                      <c:pt idx="211">
                        <c:v>1</c:v>
                      </c:pt>
                      <c:pt idx="212">
                        <c:v>1</c:v>
                      </c:pt>
                      <c:pt idx="213">
                        <c:v>2</c:v>
                      </c:pt>
                      <c:pt idx="214">
                        <c:v>2</c:v>
                      </c:pt>
                      <c:pt idx="215">
                        <c:v>2</c:v>
                      </c:pt>
                      <c:pt idx="216">
                        <c:v>2</c:v>
                      </c:pt>
                      <c:pt idx="217">
                        <c:v>2</c:v>
                      </c:pt>
                      <c:pt idx="218">
                        <c:v>2</c:v>
                      </c:pt>
                      <c:pt idx="219">
                        <c:v>2</c:v>
                      </c:pt>
                      <c:pt idx="220">
                        <c:v>2</c:v>
                      </c:pt>
                      <c:pt idx="221">
                        <c:v>2</c:v>
                      </c:pt>
                      <c:pt idx="222">
                        <c:v>2</c:v>
                      </c:pt>
                      <c:pt idx="223">
                        <c:v>2</c:v>
                      </c:pt>
                      <c:pt idx="224">
                        <c:v>2</c:v>
                      </c:pt>
                      <c:pt idx="225">
                        <c:v>2</c:v>
                      </c:pt>
                      <c:pt idx="226">
                        <c:v>2</c:v>
                      </c:pt>
                      <c:pt idx="227">
                        <c:v>2</c:v>
                      </c:pt>
                      <c:pt idx="228">
                        <c:v>2</c:v>
                      </c:pt>
                      <c:pt idx="229">
                        <c:v>2</c:v>
                      </c:pt>
                      <c:pt idx="230">
                        <c:v>2</c:v>
                      </c:pt>
                      <c:pt idx="231">
                        <c:v>2</c:v>
                      </c:pt>
                      <c:pt idx="232">
                        <c:v>2</c:v>
                      </c:pt>
                      <c:pt idx="233">
                        <c:v>2</c:v>
                      </c:pt>
                      <c:pt idx="234">
                        <c:v>2</c:v>
                      </c:pt>
                      <c:pt idx="235">
                        <c:v>2</c:v>
                      </c:pt>
                      <c:pt idx="236">
                        <c:v>2</c:v>
                      </c:pt>
                      <c:pt idx="237">
                        <c:v>2</c:v>
                      </c:pt>
                      <c:pt idx="238">
                        <c:v>2</c:v>
                      </c:pt>
                      <c:pt idx="239">
                        <c:v>2</c:v>
                      </c:pt>
                      <c:pt idx="240">
                        <c:v>2</c:v>
                      </c:pt>
                      <c:pt idx="241">
                        <c:v>3</c:v>
                      </c:pt>
                      <c:pt idx="242">
                        <c:v>3</c:v>
                      </c:pt>
                      <c:pt idx="243">
                        <c:v>3</c:v>
                      </c:pt>
                      <c:pt idx="244">
                        <c:v>3</c:v>
                      </c:pt>
                      <c:pt idx="245">
                        <c:v>3</c:v>
                      </c:pt>
                      <c:pt idx="246">
                        <c:v>3</c:v>
                      </c:pt>
                      <c:pt idx="247">
                        <c:v>3</c:v>
                      </c:pt>
                      <c:pt idx="248">
                        <c:v>3</c:v>
                      </c:pt>
                      <c:pt idx="249">
                        <c:v>3</c:v>
                      </c:pt>
                      <c:pt idx="250">
                        <c:v>3</c:v>
                      </c:pt>
                      <c:pt idx="251">
                        <c:v>3</c:v>
                      </c:pt>
                      <c:pt idx="252">
                        <c:v>3</c:v>
                      </c:pt>
                      <c:pt idx="253">
                        <c:v>3</c:v>
                      </c:pt>
                      <c:pt idx="254">
                        <c:v>3</c:v>
                      </c:pt>
                      <c:pt idx="255">
                        <c:v>3</c:v>
                      </c:pt>
                      <c:pt idx="256">
                        <c:v>3</c:v>
                      </c:pt>
                      <c:pt idx="257">
                        <c:v>3</c:v>
                      </c:pt>
                      <c:pt idx="258">
                        <c:v>3</c:v>
                      </c:pt>
                      <c:pt idx="259">
                        <c:v>3</c:v>
                      </c:pt>
                      <c:pt idx="260">
                        <c:v>3</c:v>
                      </c:pt>
                      <c:pt idx="261">
                        <c:v>3</c:v>
                      </c:pt>
                      <c:pt idx="262">
                        <c:v>3</c:v>
                      </c:pt>
                      <c:pt idx="263">
                        <c:v>3</c:v>
                      </c:pt>
                      <c:pt idx="264">
                        <c:v>3</c:v>
                      </c:pt>
                      <c:pt idx="265">
                        <c:v>3</c:v>
                      </c:pt>
                      <c:pt idx="266">
                        <c:v>3</c:v>
                      </c:pt>
                      <c:pt idx="267">
                        <c:v>3</c:v>
                      </c:pt>
                      <c:pt idx="268">
                        <c:v>3</c:v>
                      </c:pt>
                      <c:pt idx="269">
                        <c:v>3</c:v>
                      </c:pt>
                      <c:pt idx="270">
                        <c:v>3</c:v>
                      </c:pt>
                      <c:pt idx="271">
                        <c:v>3</c:v>
                      </c:pt>
                      <c:pt idx="272">
                        <c:v>4</c:v>
                      </c:pt>
                      <c:pt idx="273">
                        <c:v>4</c:v>
                      </c:pt>
                      <c:pt idx="274">
                        <c:v>4</c:v>
                      </c:pt>
                      <c:pt idx="275">
                        <c:v>4</c:v>
                      </c:pt>
                      <c:pt idx="276">
                        <c:v>4</c:v>
                      </c:pt>
                      <c:pt idx="277">
                        <c:v>4</c:v>
                      </c:pt>
                      <c:pt idx="278">
                        <c:v>4</c:v>
                      </c:pt>
                      <c:pt idx="279">
                        <c:v>4</c:v>
                      </c:pt>
                      <c:pt idx="280">
                        <c:v>4</c:v>
                      </c:pt>
                      <c:pt idx="281">
                        <c:v>4</c:v>
                      </c:pt>
                      <c:pt idx="282">
                        <c:v>4</c:v>
                      </c:pt>
                      <c:pt idx="283">
                        <c:v>4</c:v>
                      </c:pt>
                      <c:pt idx="284">
                        <c:v>4</c:v>
                      </c:pt>
                      <c:pt idx="285">
                        <c:v>4</c:v>
                      </c:pt>
                      <c:pt idx="286">
                        <c:v>4</c:v>
                      </c:pt>
                      <c:pt idx="287">
                        <c:v>4</c:v>
                      </c:pt>
                      <c:pt idx="288">
                        <c:v>4</c:v>
                      </c:pt>
                      <c:pt idx="289">
                        <c:v>4</c:v>
                      </c:pt>
                      <c:pt idx="290">
                        <c:v>4</c:v>
                      </c:pt>
                      <c:pt idx="291">
                        <c:v>4</c:v>
                      </c:pt>
                      <c:pt idx="292">
                        <c:v>4</c:v>
                      </c:pt>
                      <c:pt idx="293">
                        <c:v>4</c:v>
                      </c:pt>
                      <c:pt idx="294">
                        <c:v>4</c:v>
                      </c:pt>
                      <c:pt idx="295">
                        <c:v>4</c:v>
                      </c:pt>
                      <c:pt idx="296">
                        <c:v>4</c:v>
                      </c:pt>
                      <c:pt idx="297">
                        <c:v>4</c:v>
                      </c:pt>
                      <c:pt idx="298">
                        <c:v>4</c:v>
                      </c:pt>
                      <c:pt idx="299">
                        <c:v>4</c:v>
                      </c:pt>
                      <c:pt idx="300">
                        <c:v>4</c:v>
                      </c:pt>
                      <c:pt idx="301">
                        <c:v>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A36D-4C03-BF13-FCABF611A80D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Лист1!$B$1</c15:sqref>
                        </c15:formulaRef>
                      </c:ext>
                    </c:extLst>
                    <c:strCache>
                      <c:ptCount val="1"/>
                      <c:pt idx="0">
                        <c:v>номер недели</c:v>
                      </c:pt>
                    </c:strCache>
                  </c:strRef>
                </c:tx>
                <c:spPr>
                  <a:ln w="34925" cap="rnd">
                    <a:solidFill>
                      <a:schemeClr val="accent2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Лист1!$C$2:$C$303</c15:sqref>
                        </c15:formulaRef>
                      </c:ext>
                    </c:extLst>
                    <c:numCache>
                      <c:formatCode>m/d/yyyy</c:formatCode>
                      <c:ptCount val="302"/>
                      <c:pt idx="0">
                        <c:v>44745</c:v>
                      </c:pt>
                      <c:pt idx="1">
                        <c:v>44746</c:v>
                      </c:pt>
                      <c:pt idx="2">
                        <c:v>44747</c:v>
                      </c:pt>
                      <c:pt idx="3">
                        <c:v>44748</c:v>
                      </c:pt>
                      <c:pt idx="4">
                        <c:v>44749</c:v>
                      </c:pt>
                      <c:pt idx="5">
                        <c:v>44750</c:v>
                      </c:pt>
                      <c:pt idx="6">
                        <c:v>44751</c:v>
                      </c:pt>
                      <c:pt idx="7">
                        <c:v>44752</c:v>
                      </c:pt>
                      <c:pt idx="8">
                        <c:v>44753</c:v>
                      </c:pt>
                      <c:pt idx="9">
                        <c:v>44754</c:v>
                      </c:pt>
                      <c:pt idx="10">
                        <c:v>44755</c:v>
                      </c:pt>
                      <c:pt idx="11">
                        <c:v>44756</c:v>
                      </c:pt>
                      <c:pt idx="12">
                        <c:v>44757</c:v>
                      </c:pt>
                      <c:pt idx="13">
                        <c:v>44758</c:v>
                      </c:pt>
                      <c:pt idx="14">
                        <c:v>44759</c:v>
                      </c:pt>
                      <c:pt idx="15">
                        <c:v>44760</c:v>
                      </c:pt>
                      <c:pt idx="16">
                        <c:v>44761</c:v>
                      </c:pt>
                      <c:pt idx="17">
                        <c:v>44762</c:v>
                      </c:pt>
                      <c:pt idx="18">
                        <c:v>44763</c:v>
                      </c:pt>
                      <c:pt idx="19">
                        <c:v>44764</c:v>
                      </c:pt>
                      <c:pt idx="20">
                        <c:v>44765</c:v>
                      </c:pt>
                      <c:pt idx="21">
                        <c:v>44766</c:v>
                      </c:pt>
                      <c:pt idx="22">
                        <c:v>44767</c:v>
                      </c:pt>
                      <c:pt idx="23">
                        <c:v>44768</c:v>
                      </c:pt>
                      <c:pt idx="24">
                        <c:v>44769</c:v>
                      </c:pt>
                      <c:pt idx="25">
                        <c:v>44770</c:v>
                      </c:pt>
                      <c:pt idx="26">
                        <c:v>44771</c:v>
                      </c:pt>
                      <c:pt idx="27">
                        <c:v>44772</c:v>
                      </c:pt>
                      <c:pt idx="28">
                        <c:v>44773</c:v>
                      </c:pt>
                      <c:pt idx="29">
                        <c:v>44774</c:v>
                      </c:pt>
                      <c:pt idx="30">
                        <c:v>44775</c:v>
                      </c:pt>
                      <c:pt idx="31">
                        <c:v>44776</c:v>
                      </c:pt>
                      <c:pt idx="32">
                        <c:v>44777</c:v>
                      </c:pt>
                      <c:pt idx="33">
                        <c:v>44778</c:v>
                      </c:pt>
                      <c:pt idx="34">
                        <c:v>44779</c:v>
                      </c:pt>
                      <c:pt idx="35">
                        <c:v>44780</c:v>
                      </c:pt>
                      <c:pt idx="36">
                        <c:v>44781</c:v>
                      </c:pt>
                      <c:pt idx="37">
                        <c:v>44782</c:v>
                      </c:pt>
                      <c:pt idx="38">
                        <c:v>44783</c:v>
                      </c:pt>
                      <c:pt idx="39">
                        <c:v>44784</c:v>
                      </c:pt>
                      <c:pt idx="40">
                        <c:v>44785</c:v>
                      </c:pt>
                      <c:pt idx="41">
                        <c:v>44786</c:v>
                      </c:pt>
                      <c:pt idx="42">
                        <c:v>44787</c:v>
                      </c:pt>
                      <c:pt idx="43">
                        <c:v>44788</c:v>
                      </c:pt>
                      <c:pt idx="44">
                        <c:v>44789</c:v>
                      </c:pt>
                      <c:pt idx="45">
                        <c:v>44790</c:v>
                      </c:pt>
                      <c:pt idx="46">
                        <c:v>44791</c:v>
                      </c:pt>
                      <c:pt idx="47">
                        <c:v>44792</c:v>
                      </c:pt>
                      <c:pt idx="48">
                        <c:v>44793</c:v>
                      </c:pt>
                      <c:pt idx="49">
                        <c:v>44794</c:v>
                      </c:pt>
                      <c:pt idx="50">
                        <c:v>44795</c:v>
                      </c:pt>
                      <c:pt idx="51">
                        <c:v>44796</c:v>
                      </c:pt>
                      <c:pt idx="52">
                        <c:v>44797</c:v>
                      </c:pt>
                      <c:pt idx="53">
                        <c:v>44798</c:v>
                      </c:pt>
                      <c:pt idx="54">
                        <c:v>44799</c:v>
                      </c:pt>
                      <c:pt idx="55">
                        <c:v>44800</c:v>
                      </c:pt>
                      <c:pt idx="56">
                        <c:v>44801</c:v>
                      </c:pt>
                      <c:pt idx="57">
                        <c:v>44802</c:v>
                      </c:pt>
                      <c:pt idx="58">
                        <c:v>44803</c:v>
                      </c:pt>
                      <c:pt idx="59">
                        <c:v>44804</c:v>
                      </c:pt>
                      <c:pt idx="60">
                        <c:v>44805</c:v>
                      </c:pt>
                      <c:pt idx="61">
                        <c:v>44806</c:v>
                      </c:pt>
                      <c:pt idx="62">
                        <c:v>44807</c:v>
                      </c:pt>
                      <c:pt idx="63">
                        <c:v>44808</c:v>
                      </c:pt>
                      <c:pt idx="64">
                        <c:v>44809</c:v>
                      </c:pt>
                      <c:pt idx="65">
                        <c:v>44810</c:v>
                      </c:pt>
                      <c:pt idx="66">
                        <c:v>44811</c:v>
                      </c:pt>
                      <c:pt idx="67">
                        <c:v>44812</c:v>
                      </c:pt>
                      <c:pt idx="68">
                        <c:v>44813</c:v>
                      </c:pt>
                      <c:pt idx="69">
                        <c:v>44814</c:v>
                      </c:pt>
                      <c:pt idx="70">
                        <c:v>44815</c:v>
                      </c:pt>
                      <c:pt idx="71">
                        <c:v>44816</c:v>
                      </c:pt>
                      <c:pt idx="72">
                        <c:v>44817</c:v>
                      </c:pt>
                      <c:pt idx="73">
                        <c:v>44818</c:v>
                      </c:pt>
                      <c:pt idx="74">
                        <c:v>44819</c:v>
                      </c:pt>
                      <c:pt idx="75">
                        <c:v>44820</c:v>
                      </c:pt>
                      <c:pt idx="76">
                        <c:v>44821</c:v>
                      </c:pt>
                      <c:pt idx="77">
                        <c:v>44822</c:v>
                      </c:pt>
                      <c:pt idx="78">
                        <c:v>44823</c:v>
                      </c:pt>
                      <c:pt idx="79">
                        <c:v>44824</c:v>
                      </c:pt>
                      <c:pt idx="80">
                        <c:v>44825</c:v>
                      </c:pt>
                      <c:pt idx="81">
                        <c:v>44826</c:v>
                      </c:pt>
                      <c:pt idx="82">
                        <c:v>44827</c:v>
                      </c:pt>
                      <c:pt idx="83">
                        <c:v>44828</c:v>
                      </c:pt>
                      <c:pt idx="84">
                        <c:v>44829</c:v>
                      </c:pt>
                      <c:pt idx="85">
                        <c:v>44830</c:v>
                      </c:pt>
                      <c:pt idx="86">
                        <c:v>44831</c:v>
                      </c:pt>
                      <c:pt idx="87">
                        <c:v>44832</c:v>
                      </c:pt>
                      <c:pt idx="88">
                        <c:v>44833</c:v>
                      </c:pt>
                      <c:pt idx="89">
                        <c:v>44834</c:v>
                      </c:pt>
                      <c:pt idx="90">
                        <c:v>44835</c:v>
                      </c:pt>
                      <c:pt idx="91">
                        <c:v>44836</c:v>
                      </c:pt>
                      <c:pt idx="92">
                        <c:v>44837</c:v>
                      </c:pt>
                      <c:pt idx="93">
                        <c:v>44838</c:v>
                      </c:pt>
                      <c:pt idx="94">
                        <c:v>44839</c:v>
                      </c:pt>
                      <c:pt idx="95">
                        <c:v>44840</c:v>
                      </c:pt>
                      <c:pt idx="96">
                        <c:v>44841</c:v>
                      </c:pt>
                      <c:pt idx="97">
                        <c:v>44842</c:v>
                      </c:pt>
                      <c:pt idx="98">
                        <c:v>44843</c:v>
                      </c:pt>
                      <c:pt idx="99">
                        <c:v>44844</c:v>
                      </c:pt>
                      <c:pt idx="100">
                        <c:v>44845</c:v>
                      </c:pt>
                      <c:pt idx="101">
                        <c:v>44846</c:v>
                      </c:pt>
                      <c:pt idx="102">
                        <c:v>44847</c:v>
                      </c:pt>
                      <c:pt idx="103">
                        <c:v>44848</c:v>
                      </c:pt>
                      <c:pt idx="104">
                        <c:v>44849</c:v>
                      </c:pt>
                      <c:pt idx="105">
                        <c:v>44850</c:v>
                      </c:pt>
                      <c:pt idx="106">
                        <c:v>44851</c:v>
                      </c:pt>
                      <c:pt idx="107">
                        <c:v>44852</c:v>
                      </c:pt>
                      <c:pt idx="108">
                        <c:v>44853</c:v>
                      </c:pt>
                      <c:pt idx="109">
                        <c:v>44854</c:v>
                      </c:pt>
                      <c:pt idx="110">
                        <c:v>44855</c:v>
                      </c:pt>
                      <c:pt idx="111">
                        <c:v>44856</c:v>
                      </c:pt>
                      <c:pt idx="112">
                        <c:v>44857</c:v>
                      </c:pt>
                      <c:pt idx="113">
                        <c:v>44858</c:v>
                      </c:pt>
                      <c:pt idx="114">
                        <c:v>44859</c:v>
                      </c:pt>
                      <c:pt idx="115">
                        <c:v>44860</c:v>
                      </c:pt>
                      <c:pt idx="116">
                        <c:v>44861</c:v>
                      </c:pt>
                      <c:pt idx="117">
                        <c:v>44862</c:v>
                      </c:pt>
                      <c:pt idx="118">
                        <c:v>44863</c:v>
                      </c:pt>
                      <c:pt idx="119">
                        <c:v>44864</c:v>
                      </c:pt>
                      <c:pt idx="120">
                        <c:v>44865</c:v>
                      </c:pt>
                      <c:pt idx="121">
                        <c:v>44866</c:v>
                      </c:pt>
                      <c:pt idx="122">
                        <c:v>44867</c:v>
                      </c:pt>
                      <c:pt idx="123">
                        <c:v>44868</c:v>
                      </c:pt>
                      <c:pt idx="124">
                        <c:v>44869</c:v>
                      </c:pt>
                      <c:pt idx="125">
                        <c:v>44870</c:v>
                      </c:pt>
                      <c:pt idx="126">
                        <c:v>44871</c:v>
                      </c:pt>
                      <c:pt idx="127">
                        <c:v>44872</c:v>
                      </c:pt>
                      <c:pt idx="128">
                        <c:v>44873</c:v>
                      </c:pt>
                      <c:pt idx="129">
                        <c:v>44874</c:v>
                      </c:pt>
                      <c:pt idx="130">
                        <c:v>44875</c:v>
                      </c:pt>
                      <c:pt idx="131">
                        <c:v>44876</c:v>
                      </c:pt>
                      <c:pt idx="132">
                        <c:v>44877</c:v>
                      </c:pt>
                      <c:pt idx="133">
                        <c:v>44878</c:v>
                      </c:pt>
                      <c:pt idx="134">
                        <c:v>44879</c:v>
                      </c:pt>
                      <c:pt idx="135">
                        <c:v>44880</c:v>
                      </c:pt>
                      <c:pt idx="136">
                        <c:v>44881</c:v>
                      </c:pt>
                      <c:pt idx="137">
                        <c:v>44882</c:v>
                      </c:pt>
                      <c:pt idx="138">
                        <c:v>44883</c:v>
                      </c:pt>
                      <c:pt idx="139">
                        <c:v>44884</c:v>
                      </c:pt>
                      <c:pt idx="140">
                        <c:v>44885</c:v>
                      </c:pt>
                      <c:pt idx="141">
                        <c:v>44886</c:v>
                      </c:pt>
                      <c:pt idx="142">
                        <c:v>44887</c:v>
                      </c:pt>
                      <c:pt idx="143">
                        <c:v>44888</c:v>
                      </c:pt>
                      <c:pt idx="144">
                        <c:v>44889</c:v>
                      </c:pt>
                      <c:pt idx="145">
                        <c:v>44890</c:v>
                      </c:pt>
                      <c:pt idx="146">
                        <c:v>44891</c:v>
                      </c:pt>
                      <c:pt idx="147">
                        <c:v>44892</c:v>
                      </c:pt>
                      <c:pt idx="148">
                        <c:v>44893</c:v>
                      </c:pt>
                      <c:pt idx="149">
                        <c:v>44894</c:v>
                      </c:pt>
                      <c:pt idx="150">
                        <c:v>44895</c:v>
                      </c:pt>
                      <c:pt idx="151">
                        <c:v>44896</c:v>
                      </c:pt>
                      <c:pt idx="152">
                        <c:v>44897</c:v>
                      </c:pt>
                      <c:pt idx="153">
                        <c:v>44898</c:v>
                      </c:pt>
                      <c:pt idx="154">
                        <c:v>44899</c:v>
                      </c:pt>
                      <c:pt idx="155">
                        <c:v>44900</c:v>
                      </c:pt>
                      <c:pt idx="156">
                        <c:v>44901</c:v>
                      </c:pt>
                      <c:pt idx="157">
                        <c:v>44902</c:v>
                      </c:pt>
                      <c:pt idx="158">
                        <c:v>44903</c:v>
                      </c:pt>
                      <c:pt idx="159">
                        <c:v>44904</c:v>
                      </c:pt>
                      <c:pt idx="160">
                        <c:v>44905</c:v>
                      </c:pt>
                      <c:pt idx="161">
                        <c:v>44906</c:v>
                      </c:pt>
                      <c:pt idx="162">
                        <c:v>44907</c:v>
                      </c:pt>
                      <c:pt idx="163">
                        <c:v>44908</c:v>
                      </c:pt>
                      <c:pt idx="164">
                        <c:v>44909</c:v>
                      </c:pt>
                      <c:pt idx="165">
                        <c:v>44910</c:v>
                      </c:pt>
                      <c:pt idx="166">
                        <c:v>44911</c:v>
                      </c:pt>
                      <c:pt idx="167">
                        <c:v>44912</c:v>
                      </c:pt>
                      <c:pt idx="168">
                        <c:v>44913</c:v>
                      </c:pt>
                      <c:pt idx="169">
                        <c:v>44914</c:v>
                      </c:pt>
                      <c:pt idx="170">
                        <c:v>44915</c:v>
                      </c:pt>
                      <c:pt idx="171">
                        <c:v>44916</c:v>
                      </c:pt>
                      <c:pt idx="172">
                        <c:v>44917</c:v>
                      </c:pt>
                      <c:pt idx="173">
                        <c:v>44918</c:v>
                      </c:pt>
                      <c:pt idx="174">
                        <c:v>44919</c:v>
                      </c:pt>
                      <c:pt idx="175">
                        <c:v>44920</c:v>
                      </c:pt>
                      <c:pt idx="176">
                        <c:v>44921</c:v>
                      </c:pt>
                      <c:pt idx="177">
                        <c:v>44922</c:v>
                      </c:pt>
                      <c:pt idx="178">
                        <c:v>44923</c:v>
                      </c:pt>
                      <c:pt idx="179">
                        <c:v>44924</c:v>
                      </c:pt>
                      <c:pt idx="180">
                        <c:v>44925</c:v>
                      </c:pt>
                      <c:pt idx="181">
                        <c:v>44926</c:v>
                      </c:pt>
                      <c:pt idx="182">
                        <c:v>44927</c:v>
                      </c:pt>
                      <c:pt idx="183">
                        <c:v>44928</c:v>
                      </c:pt>
                      <c:pt idx="184">
                        <c:v>44929</c:v>
                      </c:pt>
                      <c:pt idx="185">
                        <c:v>44930</c:v>
                      </c:pt>
                      <c:pt idx="186">
                        <c:v>44931</c:v>
                      </c:pt>
                      <c:pt idx="187">
                        <c:v>44932</c:v>
                      </c:pt>
                      <c:pt idx="188">
                        <c:v>44933</c:v>
                      </c:pt>
                      <c:pt idx="189">
                        <c:v>44934</c:v>
                      </c:pt>
                      <c:pt idx="190">
                        <c:v>44935</c:v>
                      </c:pt>
                      <c:pt idx="191">
                        <c:v>44936</c:v>
                      </c:pt>
                      <c:pt idx="192">
                        <c:v>44937</c:v>
                      </c:pt>
                      <c:pt idx="193">
                        <c:v>44938</c:v>
                      </c:pt>
                      <c:pt idx="194">
                        <c:v>44939</c:v>
                      </c:pt>
                      <c:pt idx="195">
                        <c:v>44940</c:v>
                      </c:pt>
                      <c:pt idx="196">
                        <c:v>44941</c:v>
                      </c:pt>
                      <c:pt idx="197">
                        <c:v>44942</c:v>
                      </c:pt>
                      <c:pt idx="198">
                        <c:v>44943</c:v>
                      </c:pt>
                      <c:pt idx="199">
                        <c:v>44944</c:v>
                      </c:pt>
                      <c:pt idx="200">
                        <c:v>44945</c:v>
                      </c:pt>
                      <c:pt idx="201">
                        <c:v>44946</c:v>
                      </c:pt>
                      <c:pt idx="202">
                        <c:v>44947</c:v>
                      </c:pt>
                      <c:pt idx="203">
                        <c:v>44948</c:v>
                      </c:pt>
                      <c:pt idx="204">
                        <c:v>44949</c:v>
                      </c:pt>
                      <c:pt idx="205">
                        <c:v>44950</c:v>
                      </c:pt>
                      <c:pt idx="206">
                        <c:v>44951</c:v>
                      </c:pt>
                      <c:pt idx="207">
                        <c:v>44952</c:v>
                      </c:pt>
                      <c:pt idx="208">
                        <c:v>44953</c:v>
                      </c:pt>
                      <c:pt idx="209">
                        <c:v>44954</c:v>
                      </c:pt>
                      <c:pt idx="210">
                        <c:v>44955</c:v>
                      </c:pt>
                      <c:pt idx="211">
                        <c:v>44956</c:v>
                      </c:pt>
                      <c:pt idx="212">
                        <c:v>44957</c:v>
                      </c:pt>
                      <c:pt idx="213">
                        <c:v>44958</c:v>
                      </c:pt>
                      <c:pt idx="214">
                        <c:v>44959</c:v>
                      </c:pt>
                      <c:pt idx="215">
                        <c:v>44960</c:v>
                      </c:pt>
                      <c:pt idx="216">
                        <c:v>44961</c:v>
                      </c:pt>
                      <c:pt idx="217">
                        <c:v>44962</c:v>
                      </c:pt>
                      <c:pt idx="218">
                        <c:v>44963</c:v>
                      </c:pt>
                      <c:pt idx="219">
                        <c:v>44964</c:v>
                      </c:pt>
                      <c:pt idx="220">
                        <c:v>44965</c:v>
                      </c:pt>
                      <c:pt idx="221">
                        <c:v>44966</c:v>
                      </c:pt>
                      <c:pt idx="222">
                        <c:v>44967</c:v>
                      </c:pt>
                      <c:pt idx="223">
                        <c:v>44968</c:v>
                      </c:pt>
                      <c:pt idx="224">
                        <c:v>44969</c:v>
                      </c:pt>
                      <c:pt idx="225">
                        <c:v>44970</c:v>
                      </c:pt>
                      <c:pt idx="226">
                        <c:v>44971</c:v>
                      </c:pt>
                      <c:pt idx="227">
                        <c:v>44972</c:v>
                      </c:pt>
                      <c:pt idx="228">
                        <c:v>44973</c:v>
                      </c:pt>
                      <c:pt idx="229">
                        <c:v>44974</c:v>
                      </c:pt>
                      <c:pt idx="230">
                        <c:v>44975</c:v>
                      </c:pt>
                      <c:pt idx="231">
                        <c:v>44976</c:v>
                      </c:pt>
                      <c:pt idx="232">
                        <c:v>44977</c:v>
                      </c:pt>
                      <c:pt idx="233">
                        <c:v>44978</c:v>
                      </c:pt>
                      <c:pt idx="234">
                        <c:v>44979</c:v>
                      </c:pt>
                      <c:pt idx="235">
                        <c:v>44980</c:v>
                      </c:pt>
                      <c:pt idx="236">
                        <c:v>44981</c:v>
                      </c:pt>
                      <c:pt idx="237">
                        <c:v>44982</c:v>
                      </c:pt>
                      <c:pt idx="238">
                        <c:v>44983</c:v>
                      </c:pt>
                      <c:pt idx="239">
                        <c:v>44984</c:v>
                      </c:pt>
                      <c:pt idx="240">
                        <c:v>44985</c:v>
                      </c:pt>
                      <c:pt idx="241">
                        <c:v>44986</c:v>
                      </c:pt>
                      <c:pt idx="242">
                        <c:v>44987</c:v>
                      </c:pt>
                      <c:pt idx="243">
                        <c:v>44988</c:v>
                      </c:pt>
                      <c:pt idx="244">
                        <c:v>44989</c:v>
                      </c:pt>
                      <c:pt idx="245">
                        <c:v>44990</c:v>
                      </c:pt>
                      <c:pt idx="246">
                        <c:v>44991</c:v>
                      </c:pt>
                      <c:pt idx="247">
                        <c:v>44992</c:v>
                      </c:pt>
                      <c:pt idx="248">
                        <c:v>44993</c:v>
                      </c:pt>
                      <c:pt idx="249">
                        <c:v>44994</c:v>
                      </c:pt>
                      <c:pt idx="250">
                        <c:v>44995</c:v>
                      </c:pt>
                      <c:pt idx="251">
                        <c:v>44996</c:v>
                      </c:pt>
                      <c:pt idx="252">
                        <c:v>44997</c:v>
                      </c:pt>
                      <c:pt idx="253">
                        <c:v>44998</c:v>
                      </c:pt>
                      <c:pt idx="254">
                        <c:v>44999</c:v>
                      </c:pt>
                      <c:pt idx="255">
                        <c:v>45000</c:v>
                      </c:pt>
                      <c:pt idx="256">
                        <c:v>45001</c:v>
                      </c:pt>
                      <c:pt idx="257">
                        <c:v>45002</c:v>
                      </c:pt>
                      <c:pt idx="258">
                        <c:v>45003</c:v>
                      </c:pt>
                      <c:pt idx="259">
                        <c:v>45004</c:v>
                      </c:pt>
                      <c:pt idx="260">
                        <c:v>45005</c:v>
                      </c:pt>
                      <c:pt idx="261">
                        <c:v>45006</c:v>
                      </c:pt>
                      <c:pt idx="262">
                        <c:v>45007</c:v>
                      </c:pt>
                      <c:pt idx="263">
                        <c:v>45008</c:v>
                      </c:pt>
                      <c:pt idx="264">
                        <c:v>45009</c:v>
                      </c:pt>
                      <c:pt idx="265">
                        <c:v>45010</c:v>
                      </c:pt>
                      <c:pt idx="266">
                        <c:v>45011</c:v>
                      </c:pt>
                      <c:pt idx="267">
                        <c:v>45012</c:v>
                      </c:pt>
                      <c:pt idx="268">
                        <c:v>45013</c:v>
                      </c:pt>
                      <c:pt idx="269">
                        <c:v>45014</c:v>
                      </c:pt>
                      <c:pt idx="270">
                        <c:v>45015</c:v>
                      </c:pt>
                      <c:pt idx="271">
                        <c:v>45016</c:v>
                      </c:pt>
                      <c:pt idx="272">
                        <c:v>45017</c:v>
                      </c:pt>
                      <c:pt idx="273">
                        <c:v>45018</c:v>
                      </c:pt>
                      <c:pt idx="274">
                        <c:v>45019</c:v>
                      </c:pt>
                      <c:pt idx="275">
                        <c:v>45020</c:v>
                      </c:pt>
                      <c:pt idx="276">
                        <c:v>45021</c:v>
                      </c:pt>
                      <c:pt idx="277">
                        <c:v>45022</c:v>
                      </c:pt>
                      <c:pt idx="278">
                        <c:v>45023</c:v>
                      </c:pt>
                      <c:pt idx="279">
                        <c:v>45024</c:v>
                      </c:pt>
                      <c:pt idx="280">
                        <c:v>45025</c:v>
                      </c:pt>
                      <c:pt idx="281">
                        <c:v>45026</c:v>
                      </c:pt>
                      <c:pt idx="282">
                        <c:v>45027</c:v>
                      </c:pt>
                      <c:pt idx="283">
                        <c:v>45028</c:v>
                      </c:pt>
                      <c:pt idx="284">
                        <c:v>45029</c:v>
                      </c:pt>
                      <c:pt idx="285">
                        <c:v>45030</c:v>
                      </c:pt>
                      <c:pt idx="286">
                        <c:v>45031</c:v>
                      </c:pt>
                      <c:pt idx="287">
                        <c:v>45032</c:v>
                      </c:pt>
                      <c:pt idx="288">
                        <c:v>45033</c:v>
                      </c:pt>
                      <c:pt idx="289">
                        <c:v>45034</c:v>
                      </c:pt>
                      <c:pt idx="290">
                        <c:v>45035</c:v>
                      </c:pt>
                      <c:pt idx="291">
                        <c:v>45036</c:v>
                      </c:pt>
                      <c:pt idx="292">
                        <c:v>45037</c:v>
                      </c:pt>
                      <c:pt idx="293">
                        <c:v>45038</c:v>
                      </c:pt>
                      <c:pt idx="294">
                        <c:v>45039</c:v>
                      </c:pt>
                      <c:pt idx="295">
                        <c:v>45040</c:v>
                      </c:pt>
                      <c:pt idx="296">
                        <c:v>45041</c:v>
                      </c:pt>
                      <c:pt idx="297">
                        <c:v>45042</c:v>
                      </c:pt>
                      <c:pt idx="298">
                        <c:v>45043</c:v>
                      </c:pt>
                      <c:pt idx="299">
                        <c:v>45044</c:v>
                      </c:pt>
                      <c:pt idx="300">
                        <c:v>45045</c:v>
                      </c:pt>
                      <c:pt idx="301">
                        <c:v>45046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Лист1!$B$2:$B$303</c15:sqref>
                        </c15:formulaRef>
                      </c:ext>
                    </c:extLst>
                    <c:numCache>
                      <c:formatCode>General</c:formatCode>
                      <c:ptCount val="302"/>
                      <c:pt idx="0">
                        <c:v>26</c:v>
                      </c:pt>
                      <c:pt idx="1">
                        <c:v>27</c:v>
                      </c:pt>
                      <c:pt idx="2">
                        <c:v>27</c:v>
                      </c:pt>
                      <c:pt idx="3">
                        <c:v>27</c:v>
                      </c:pt>
                      <c:pt idx="4">
                        <c:v>27</c:v>
                      </c:pt>
                      <c:pt idx="5">
                        <c:v>27</c:v>
                      </c:pt>
                      <c:pt idx="6">
                        <c:v>27</c:v>
                      </c:pt>
                      <c:pt idx="7">
                        <c:v>27</c:v>
                      </c:pt>
                      <c:pt idx="8">
                        <c:v>28</c:v>
                      </c:pt>
                      <c:pt idx="9">
                        <c:v>28</c:v>
                      </c:pt>
                      <c:pt idx="10">
                        <c:v>28</c:v>
                      </c:pt>
                      <c:pt idx="11">
                        <c:v>28</c:v>
                      </c:pt>
                      <c:pt idx="12">
                        <c:v>28</c:v>
                      </c:pt>
                      <c:pt idx="13">
                        <c:v>28</c:v>
                      </c:pt>
                      <c:pt idx="14">
                        <c:v>28</c:v>
                      </c:pt>
                      <c:pt idx="15">
                        <c:v>29</c:v>
                      </c:pt>
                      <c:pt idx="16">
                        <c:v>29</c:v>
                      </c:pt>
                      <c:pt idx="17">
                        <c:v>29</c:v>
                      </c:pt>
                      <c:pt idx="18">
                        <c:v>29</c:v>
                      </c:pt>
                      <c:pt idx="19">
                        <c:v>29</c:v>
                      </c:pt>
                      <c:pt idx="20">
                        <c:v>29</c:v>
                      </c:pt>
                      <c:pt idx="21">
                        <c:v>29</c:v>
                      </c:pt>
                      <c:pt idx="22">
                        <c:v>30</c:v>
                      </c:pt>
                      <c:pt idx="23">
                        <c:v>30</c:v>
                      </c:pt>
                      <c:pt idx="24">
                        <c:v>30</c:v>
                      </c:pt>
                      <c:pt idx="25">
                        <c:v>30</c:v>
                      </c:pt>
                      <c:pt idx="26">
                        <c:v>30</c:v>
                      </c:pt>
                      <c:pt idx="27">
                        <c:v>30</c:v>
                      </c:pt>
                      <c:pt idx="28">
                        <c:v>30</c:v>
                      </c:pt>
                      <c:pt idx="29">
                        <c:v>31</c:v>
                      </c:pt>
                      <c:pt idx="30">
                        <c:v>31</c:v>
                      </c:pt>
                      <c:pt idx="31">
                        <c:v>31</c:v>
                      </c:pt>
                      <c:pt idx="32">
                        <c:v>31</c:v>
                      </c:pt>
                      <c:pt idx="33">
                        <c:v>31</c:v>
                      </c:pt>
                      <c:pt idx="34">
                        <c:v>31</c:v>
                      </c:pt>
                      <c:pt idx="35">
                        <c:v>31</c:v>
                      </c:pt>
                      <c:pt idx="36">
                        <c:v>32</c:v>
                      </c:pt>
                      <c:pt idx="37">
                        <c:v>32</c:v>
                      </c:pt>
                      <c:pt idx="38">
                        <c:v>32</c:v>
                      </c:pt>
                      <c:pt idx="39">
                        <c:v>32</c:v>
                      </c:pt>
                      <c:pt idx="40">
                        <c:v>32</c:v>
                      </c:pt>
                      <c:pt idx="41">
                        <c:v>32</c:v>
                      </c:pt>
                      <c:pt idx="42">
                        <c:v>32</c:v>
                      </c:pt>
                      <c:pt idx="43">
                        <c:v>33</c:v>
                      </c:pt>
                      <c:pt idx="44">
                        <c:v>33</c:v>
                      </c:pt>
                      <c:pt idx="45">
                        <c:v>33</c:v>
                      </c:pt>
                      <c:pt idx="46">
                        <c:v>33</c:v>
                      </c:pt>
                      <c:pt idx="47">
                        <c:v>33</c:v>
                      </c:pt>
                      <c:pt idx="48">
                        <c:v>33</c:v>
                      </c:pt>
                      <c:pt idx="49">
                        <c:v>33</c:v>
                      </c:pt>
                      <c:pt idx="50">
                        <c:v>34</c:v>
                      </c:pt>
                      <c:pt idx="51">
                        <c:v>34</c:v>
                      </c:pt>
                      <c:pt idx="52">
                        <c:v>34</c:v>
                      </c:pt>
                      <c:pt idx="53">
                        <c:v>34</c:v>
                      </c:pt>
                      <c:pt idx="54">
                        <c:v>34</c:v>
                      </c:pt>
                      <c:pt idx="55">
                        <c:v>34</c:v>
                      </c:pt>
                      <c:pt idx="56">
                        <c:v>34</c:v>
                      </c:pt>
                      <c:pt idx="57">
                        <c:v>35</c:v>
                      </c:pt>
                      <c:pt idx="58">
                        <c:v>35</c:v>
                      </c:pt>
                      <c:pt idx="59">
                        <c:v>35</c:v>
                      </c:pt>
                      <c:pt idx="60">
                        <c:v>35</c:v>
                      </c:pt>
                      <c:pt idx="61">
                        <c:v>35</c:v>
                      </c:pt>
                      <c:pt idx="62">
                        <c:v>35</c:v>
                      </c:pt>
                      <c:pt idx="63">
                        <c:v>35</c:v>
                      </c:pt>
                      <c:pt idx="64">
                        <c:v>36</c:v>
                      </c:pt>
                      <c:pt idx="65">
                        <c:v>36</c:v>
                      </c:pt>
                      <c:pt idx="66">
                        <c:v>36</c:v>
                      </c:pt>
                      <c:pt idx="67">
                        <c:v>36</c:v>
                      </c:pt>
                      <c:pt idx="68">
                        <c:v>36</c:v>
                      </c:pt>
                      <c:pt idx="69">
                        <c:v>36</c:v>
                      </c:pt>
                      <c:pt idx="70">
                        <c:v>36</c:v>
                      </c:pt>
                      <c:pt idx="71">
                        <c:v>37</c:v>
                      </c:pt>
                      <c:pt idx="72">
                        <c:v>37</c:v>
                      </c:pt>
                      <c:pt idx="73">
                        <c:v>37</c:v>
                      </c:pt>
                      <c:pt idx="74">
                        <c:v>37</c:v>
                      </c:pt>
                      <c:pt idx="75">
                        <c:v>37</c:v>
                      </c:pt>
                      <c:pt idx="76">
                        <c:v>37</c:v>
                      </c:pt>
                      <c:pt idx="77">
                        <c:v>37</c:v>
                      </c:pt>
                      <c:pt idx="78">
                        <c:v>38</c:v>
                      </c:pt>
                      <c:pt idx="79">
                        <c:v>38</c:v>
                      </c:pt>
                      <c:pt idx="80">
                        <c:v>38</c:v>
                      </c:pt>
                      <c:pt idx="81">
                        <c:v>38</c:v>
                      </c:pt>
                      <c:pt idx="82">
                        <c:v>38</c:v>
                      </c:pt>
                      <c:pt idx="83">
                        <c:v>38</c:v>
                      </c:pt>
                      <c:pt idx="84">
                        <c:v>38</c:v>
                      </c:pt>
                      <c:pt idx="85">
                        <c:v>39</c:v>
                      </c:pt>
                      <c:pt idx="86">
                        <c:v>39</c:v>
                      </c:pt>
                      <c:pt idx="87">
                        <c:v>39</c:v>
                      </c:pt>
                      <c:pt idx="88">
                        <c:v>39</c:v>
                      </c:pt>
                      <c:pt idx="89">
                        <c:v>39</c:v>
                      </c:pt>
                      <c:pt idx="90">
                        <c:v>39</c:v>
                      </c:pt>
                      <c:pt idx="91">
                        <c:v>39</c:v>
                      </c:pt>
                      <c:pt idx="92">
                        <c:v>40</c:v>
                      </c:pt>
                      <c:pt idx="93">
                        <c:v>40</c:v>
                      </c:pt>
                      <c:pt idx="94">
                        <c:v>40</c:v>
                      </c:pt>
                      <c:pt idx="95">
                        <c:v>40</c:v>
                      </c:pt>
                      <c:pt idx="96">
                        <c:v>40</c:v>
                      </c:pt>
                      <c:pt idx="97">
                        <c:v>40</c:v>
                      </c:pt>
                      <c:pt idx="98">
                        <c:v>40</c:v>
                      </c:pt>
                      <c:pt idx="99">
                        <c:v>41</c:v>
                      </c:pt>
                      <c:pt idx="100">
                        <c:v>41</c:v>
                      </c:pt>
                      <c:pt idx="101">
                        <c:v>41</c:v>
                      </c:pt>
                      <c:pt idx="102">
                        <c:v>41</c:v>
                      </c:pt>
                      <c:pt idx="103">
                        <c:v>41</c:v>
                      </c:pt>
                      <c:pt idx="104">
                        <c:v>41</c:v>
                      </c:pt>
                      <c:pt idx="105">
                        <c:v>41</c:v>
                      </c:pt>
                      <c:pt idx="106">
                        <c:v>42</c:v>
                      </c:pt>
                      <c:pt idx="107">
                        <c:v>42</c:v>
                      </c:pt>
                      <c:pt idx="108">
                        <c:v>42</c:v>
                      </c:pt>
                      <c:pt idx="109">
                        <c:v>42</c:v>
                      </c:pt>
                      <c:pt idx="110">
                        <c:v>42</c:v>
                      </c:pt>
                      <c:pt idx="111">
                        <c:v>42</c:v>
                      </c:pt>
                      <c:pt idx="112">
                        <c:v>42</c:v>
                      </c:pt>
                      <c:pt idx="113">
                        <c:v>43</c:v>
                      </c:pt>
                      <c:pt idx="114">
                        <c:v>43</c:v>
                      </c:pt>
                      <c:pt idx="115">
                        <c:v>43</c:v>
                      </c:pt>
                      <c:pt idx="116">
                        <c:v>43</c:v>
                      </c:pt>
                      <c:pt idx="117">
                        <c:v>43</c:v>
                      </c:pt>
                      <c:pt idx="118">
                        <c:v>43</c:v>
                      </c:pt>
                      <c:pt idx="119">
                        <c:v>43</c:v>
                      </c:pt>
                      <c:pt idx="120">
                        <c:v>44</c:v>
                      </c:pt>
                      <c:pt idx="121">
                        <c:v>44</c:v>
                      </c:pt>
                      <c:pt idx="122">
                        <c:v>44</c:v>
                      </c:pt>
                      <c:pt idx="123">
                        <c:v>44</c:v>
                      </c:pt>
                      <c:pt idx="124">
                        <c:v>44</c:v>
                      </c:pt>
                      <c:pt idx="125">
                        <c:v>44</c:v>
                      </c:pt>
                      <c:pt idx="126">
                        <c:v>44</c:v>
                      </c:pt>
                      <c:pt idx="127">
                        <c:v>45</c:v>
                      </c:pt>
                      <c:pt idx="128">
                        <c:v>45</c:v>
                      </c:pt>
                      <c:pt idx="129">
                        <c:v>45</c:v>
                      </c:pt>
                      <c:pt idx="130">
                        <c:v>45</c:v>
                      </c:pt>
                      <c:pt idx="131">
                        <c:v>45</c:v>
                      </c:pt>
                      <c:pt idx="132">
                        <c:v>45</c:v>
                      </c:pt>
                      <c:pt idx="133">
                        <c:v>45</c:v>
                      </c:pt>
                      <c:pt idx="134">
                        <c:v>46</c:v>
                      </c:pt>
                      <c:pt idx="135">
                        <c:v>46</c:v>
                      </c:pt>
                      <c:pt idx="136">
                        <c:v>46</c:v>
                      </c:pt>
                      <c:pt idx="137">
                        <c:v>46</c:v>
                      </c:pt>
                      <c:pt idx="138">
                        <c:v>46</c:v>
                      </c:pt>
                      <c:pt idx="139">
                        <c:v>46</c:v>
                      </c:pt>
                      <c:pt idx="140">
                        <c:v>46</c:v>
                      </c:pt>
                      <c:pt idx="141">
                        <c:v>47</c:v>
                      </c:pt>
                      <c:pt idx="142">
                        <c:v>47</c:v>
                      </c:pt>
                      <c:pt idx="143">
                        <c:v>47</c:v>
                      </c:pt>
                      <c:pt idx="144">
                        <c:v>47</c:v>
                      </c:pt>
                      <c:pt idx="145">
                        <c:v>47</c:v>
                      </c:pt>
                      <c:pt idx="146">
                        <c:v>47</c:v>
                      </c:pt>
                      <c:pt idx="147">
                        <c:v>47</c:v>
                      </c:pt>
                      <c:pt idx="148">
                        <c:v>48</c:v>
                      </c:pt>
                      <c:pt idx="149">
                        <c:v>48</c:v>
                      </c:pt>
                      <c:pt idx="150">
                        <c:v>48</c:v>
                      </c:pt>
                      <c:pt idx="151">
                        <c:v>48</c:v>
                      </c:pt>
                      <c:pt idx="152">
                        <c:v>48</c:v>
                      </c:pt>
                      <c:pt idx="153">
                        <c:v>48</c:v>
                      </c:pt>
                      <c:pt idx="154">
                        <c:v>48</c:v>
                      </c:pt>
                      <c:pt idx="155">
                        <c:v>49</c:v>
                      </c:pt>
                      <c:pt idx="156">
                        <c:v>49</c:v>
                      </c:pt>
                      <c:pt idx="157">
                        <c:v>49</c:v>
                      </c:pt>
                      <c:pt idx="158">
                        <c:v>49</c:v>
                      </c:pt>
                      <c:pt idx="159">
                        <c:v>49</c:v>
                      </c:pt>
                      <c:pt idx="160">
                        <c:v>49</c:v>
                      </c:pt>
                      <c:pt idx="161">
                        <c:v>49</c:v>
                      </c:pt>
                      <c:pt idx="162">
                        <c:v>50</c:v>
                      </c:pt>
                      <c:pt idx="163">
                        <c:v>50</c:v>
                      </c:pt>
                      <c:pt idx="164">
                        <c:v>50</c:v>
                      </c:pt>
                      <c:pt idx="165">
                        <c:v>50</c:v>
                      </c:pt>
                      <c:pt idx="166">
                        <c:v>50</c:v>
                      </c:pt>
                      <c:pt idx="167">
                        <c:v>50</c:v>
                      </c:pt>
                      <c:pt idx="168">
                        <c:v>50</c:v>
                      </c:pt>
                      <c:pt idx="169">
                        <c:v>51</c:v>
                      </c:pt>
                      <c:pt idx="170">
                        <c:v>51</c:v>
                      </c:pt>
                      <c:pt idx="171">
                        <c:v>51</c:v>
                      </c:pt>
                      <c:pt idx="172">
                        <c:v>51</c:v>
                      </c:pt>
                      <c:pt idx="173">
                        <c:v>51</c:v>
                      </c:pt>
                      <c:pt idx="174">
                        <c:v>51</c:v>
                      </c:pt>
                      <c:pt idx="175">
                        <c:v>51</c:v>
                      </c:pt>
                      <c:pt idx="176">
                        <c:v>52</c:v>
                      </c:pt>
                      <c:pt idx="177">
                        <c:v>52</c:v>
                      </c:pt>
                      <c:pt idx="178">
                        <c:v>52</c:v>
                      </c:pt>
                      <c:pt idx="179">
                        <c:v>52</c:v>
                      </c:pt>
                      <c:pt idx="180">
                        <c:v>52</c:v>
                      </c:pt>
                      <c:pt idx="181">
                        <c:v>52</c:v>
                      </c:pt>
                      <c:pt idx="182">
                        <c:v>52</c:v>
                      </c:pt>
                      <c:pt idx="183">
                        <c:v>1</c:v>
                      </c:pt>
                      <c:pt idx="184">
                        <c:v>1</c:v>
                      </c:pt>
                      <c:pt idx="185">
                        <c:v>1</c:v>
                      </c:pt>
                      <c:pt idx="186">
                        <c:v>1</c:v>
                      </c:pt>
                      <c:pt idx="187">
                        <c:v>1</c:v>
                      </c:pt>
                      <c:pt idx="188">
                        <c:v>1</c:v>
                      </c:pt>
                      <c:pt idx="189">
                        <c:v>1</c:v>
                      </c:pt>
                      <c:pt idx="190">
                        <c:v>2</c:v>
                      </c:pt>
                      <c:pt idx="191">
                        <c:v>2</c:v>
                      </c:pt>
                      <c:pt idx="192">
                        <c:v>2</c:v>
                      </c:pt>
                      <c:pt idx="193">
                        <c:v>2</c:v>
                      </c:pt>
                      <c:pt idx="194">
                        <c:v>2</c:v>
                      </c:pt>
                      <c:pt idx="195">
                        <c:v>2</c:v>
                      </c:pt>
                      <c:pt idx="196">
                        <c:v>2</c:v>
                      </c:pt>
                      <c:pt idx="197">
                        <c:v>3</c:v>
                      </c:pt>
                      <c:pt idx="198">
                        <c:v>3</c:v>
                      </c:pt>
                      <c:pt idx="199">
                        <c:v>3</c:v>
                      </c:pt>
                      <c:pt idx="200">
                        <c:v>3</c:v>
                      </c:pt>
                      <c:pt idx="201">
                        <c:v>3</c:v>
                      </c:pt>
                      <c:pt idx="202">
                        <c:v>3</c:v>
                      </c:pt>
                      <c:pt idx="203">
                        <c:v>3</c:v>
                      </c:pt>
                      <c:pt idx="204">
                        <c:v>4</c:v>
                      </c:pt>
                      <c:pt idx="205">
                        <c:v>4</c:v>
                      </c:pt>
                      <c:pt idx="206">
                        <c:v>4</c:v>
                      </c:pt>
                      <c:pt idx="207">
                        <c:v>4</c:v>
                      </c:pt>
                      <c:pt idx="208">
                        <c:v>4</c:v>
                      </c:pt>
                      <c:pt idx="209">
                        <c:v>4</c:v>
                      </c:pt>
                      <c:pt idx="210">
                        <c:v>4</c:v>
                      </c:pt>
                      <c:pt idx="211">
                        <c:v>5</c:v>
                      </c:pt>
                      <c:pt idx="212">
                        <c:v>5</c:v>
                      </c:pt>
                      <c:pt idx="213">
                        <c:v>5</c:v>
                      </c:pt>
                      <c:pt idx="214">
                        <c:v>5</c:v>
                      </c:pt>
                      <c:pt idx="215">
                        <c:v>5</c:v>
                      </c:pt>
                      <c:pt idx="216">
                        <c:v>5</c:v>
                      </c:pt>
                      <c:pt idx="217">
                        <c:v>5</c:v>
                      </c:pt>
                      <c:pt idx="218">
                        <c:v>6</c:v>
                      </c:pt>
                      <c:pt idx="219">
                        <c:v>6</c:v>
                      </c:pt>
                      <c:pt idx="220">
                        <c:v>6</c:v>
                      </c:pt>
                      <c:pt idx="221">
                        <c:v>6</c:v>
                      </c:pt>
                      <c:pt idx="222">
                        <c:v>6</c:v>
                      </c:pt>
                      <c:pt idx="223">
                        <c:v>6</c:v>
                      </c:pt>
                      <c:pt idx="224">
                        <c:v>6</c:v>
                      </c:pt>
                      <c:pt idx="225">
                        <c:v>7</c:v>
                      </c:pt>
                      <c:pt idx="226">
                        <c:v>7</c:v>
                      </c:pt>
                      <c:pt idx="227">
                        <c:v>7</c:v>
                      </c:pt>
                      <c:pt idx="228">
                        <c:v>7</c:v>
                      </c:pt>
                      <c:pt idx="229">
                        <c:v>7</c:v>
                      </c:pt>
                      <c:pt idx="230">
                        <c:v>7</c:v>
                      </c:pt>
                      <c:pt idx="231">
                        <c:v>7</c:v>
                      </c:pt>
                      <c:pt idx="232">
                        <c:v>8</c:v>
                      </c:pt>
                      <c:pt idx="233">
                        <c:v>8</c:v>
                      </c:pt>
                      <c:pt idx="234">
                        <c:v>8</c:v>
                      </c:pt>
                      <c:pt idx="235">
                        <c:v>8</c:v>
                      </c:pt>
                      <c:pt idx="236">
                        <c:v>8</c:v>
                      </c:pt>
                      <c:pt idx="237">
                        <c:v>8</c:v>
                      </c:pt>
                      <c:pt idx="238">
                        <c:v>8</c:v>
                      </c:pt>
                      <c:pt idx="239">
                        <c:v>9</c:v>
                      </c:pt>
                      <c:pt idx="240">
                        <c:v>9</c:v>
                      </c:pt>
                      <c:pt idx="241">
                        <c:v>9</c:v>
                      </c:pt>
                      <c:pt idx="242">
                        <c:v>9</c:v>
                      </c:pt>
                      <c:pt idx="243">
                        <c:v>9</c:v>
                      </c:pt>
                      <c:pt idx="244">
                        <c:v>9</c:v>
                      </c:pt>
                      <c:pt idx="245">
                        <c:v>9</c:v>
                      </c:pt>
                      <c:pt idx="246">
                        <c:v>10</c:v>
                      </c:pt>
                      <c:pt idx="247">
                        <c:v>10</c:v>
                      </c:pt>
                      <c:pt idx="248">
                        <c:v>10</c:v>
                      </c:pt>
                      <c:pt idx="249">
                        <c:v>10</c:v>
                      </c:pt>
                      <c:pt idx="250">
                        <c:v>10</c:v>
                      </c:pt>
                      <c:pt idx="251">
                        <c:v>10</c:v>
                      </c:pt>
                      <c:pt idx="252">
                        <c:v>10</c:v>
                      </c:pt>
                      <c:pt idx="253">
                        <c:v>11</c:v>
                      </c:pt>
                      <c:pt idx="254">
                        <c:v>11</c:v>
                      </c:pt>
                      <c:pt idx="255">
                        <c:v>11</c:v>
                      </c:pt>
                      <c:pt idx="256">
                        <c:v>11</c:v>
                      </c:pt>
                      <c:pt idx="257">
                        <c:v>11</c:v>
                      </c:pt>
                      <c:pt idx="258">
                        <c:v>11</c:v>
                      </c:pt>
                      <c:pt idx="259">
                        <c:v>11</c:v>
                      </c:pt>
                      <c:pt idx="260">
                        <c:v>12</c:v>
                      </c:pt>
                      <c:pt idx="261">
                        <c:v>12</c:v>
                      </c:pt>
                      <c:pt idx="262">
                        <c:v>12</c:v>
                      </c:pt>
                      <c:pt idx="263">
                        <c:v>12</c:v>
                      </c:pt>
                      <c:pt idx="264">
                        <c:v>12</c:v>
                      </c:pt>
                      <c:pt idx="265">
                        <c:v>12</c:v>
                      </c:pt>
                      <c:pt idx="266">
                        <c:v>12</c:v>
                      </c:pt>
                      <c:pt idx="267">
                        <c:v>13</c:v>
                      </c:pt>
                      <c:pt idx="268">
                        <c:v>13</c:v>
                      </c:pt>
                      <c:pt idx="269">
                        <c:v>13</c:v>
                      </c:pt>
                      <c:pt idx="270">
                        <c:v>13</c:v>
                      </c:pt>
                      <c:pt idx="271">
                        <c:v>13</c:v>
                      </c:pt>
                      <c:pt idx="272">
                        <c:v>13</c:v>
                      </c:pt>
                      <c:pt idx="273">
                        <c:v>13</c:v>
                      </c:pt>
                      <c:pt idx="274">
                        <c:v>14</c:v>
                      </c:pt>
                      <c:pt idx="275">
                        <c:v>14</c:v>
                      </c:pt>
                      <c:pt idx="276">
                        <c:v>14</c:v>
                      </c:pt>
                      <c:pt idx="277">
                        <c:v>14</c:v>
                      </c:pt>
                      <c:pt idx="278">
                        <c:v>14</c:v>
                      </c:pt>
                      <c:pt idx="279">
                        <c:v>14</c:v>
                      </c:pt>
                      <c:pt idx="280">
                        <c:v>14</c:v>
                      </c:pt>
                      <c:pt idx="281">
                        <c:v>15</c:v>
                      </c:pt>
                      <c:pt idx="282">
                        <c:v>15</c:v>
                      </c:pt>
                      <c:pt idx="283">
                        <c:v>15</c:v>
                      </c:pt>
                      <c:pt idx="284">
                        <c:v>15</c:v>
                      </c:pt>
                      <c:pt idx="285">
                        <c:v>15</c:v>
                      </c:pt>
                      <c:pt idx="286">
                        <c:v>15</c:v>
                      </c:pt>
                      <c:pt idx="287">
                        <c:v>15</c:v>
                      </c:pt>
                      <c:pt idx="288">
                        <c:v>16</c:v>
                      </c:pt>
                      <c:pt idx="289">
                        <c:v>16</c:v>
                      </c:pt>
                      <c:pt idx="290">
                        <c:v>16</c:v>
                      </c:pt>
                      <c:pt idx="291">
                        <c:v>16</c:v>
                      </c:pt>
                      <c:pt idx="292">
                        <c:v>16</c:v>
                      </c:pt>
                      <c:pt idx="293">
                        <c:v>16</c:v>
                      </c:pt>
                      <c:pt idx="294">
                        <c:v>16</c:v>
                      </c:pt>
                      <c:pt idx="295">
                        <c:v>17</c:v>
                      </c:pt>
                      <c:pt idx="296">
                        <c:v>17</c:v>
                      </c:pt>
                      <c:pt idx="297">
                        <c:v>17</c:v>
                      </c:pt>
                      <c:pt idx="298">
                        <c:v>17</c:v>
                      </c:pt>
                      <c:pt idx="299">
                        <c:v>17</c:v>
                      </c:pt>
                      <c:pt idx="300">
                        <c:v>17</c:v>
                      </c:pt>
                      <c:pt idx="301">
                        <c:v>17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A36D-4C03-BF13-FCABF611A80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Лист1!$C$1</c15:sqref>
                        </c15:formulaRef>
                      </c:ext>
                    </c:extLst>
                    <c:strCache>
                      <c:ptCount val="1"/>
                      <c:pt idx="0">
                        <c:v>день</c:v>
                      </c:pt>
                    </c:strCache>
                  </c:strRef>
                </c:tx>
                <c:spPr>
                  <a:ln w="34925" cap="rnd">
                    <a:solidFill>
                      <a:schemeClr val="accent3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Лист1!$C$2:$C$303</c15:sqref>
                        </c15:formulaRef>
                      </c:ext>
                    </c:extLst>
                    <c:numCache>
                      <c:formatCode>m/d/yyyy</c:formatCode>
                      <c:ptCount val="302"/>
                      <c:pt idx="0">
                        <c:v>44745</c:v>
                      </c:pt>
                      <c:pt idx="1">
                        <c:v>44746</c:v>
                      </c:pt>
                      <c:pt idx="2">
                        <c:v>44747</c:v>
                      </c:pt>
                      <c:pt idx="3">
                        <c:v>44748</c:v>
                      </c:pt>
                      <c:pt idx="4">
                        <c:v>44749</c:v>
                      </c:pt>
                      <c:pt idx="5">
                        <c:v>44750</c:v>
                      </c:pt>
                      <c:pt idx="6">
                        <c:v>44751</c:v>
                      </c:pt>
                      <c:pt idx="7">
                        <c:v>44752</c:v>
                      </c:pt>
                      <c:pt idx="8">
                        <c:v>44753</c:v>
                      </c:pt>
                      <c:pt idx="9">
                        <c:v>44754</c:v>
                      </c:pt>
                      <c:pt idx="10">
                        <c:v>44755</c:v>
                      </c:pt>
                      <c:pt idx="11">
                        <c:v>44756</c:v>
                      </c:pt>
                      <c:pt idx="12">
                        <c:v>44757</c:v>
                      </c:pt>
                      <c:pt idx="13">
                        <c:v>44758</c:v>
                      </c:pt>
                      <c:pt idx="14">
                        <c:v>44759</c:v>
                      </c:pt>
                      <c:pt idx="15">
                        <c:v>44760</c:v>
                      </c:pt>
                      <c:pt idx="16">
                        <c:v>44761</c:v>
                      </c:pt>
                      <c:pt idx="17">
                        <c:v>44762</c:v>
                      </c:pt>
                      <c:pt idx="18">
                        <c:v>44763</c:v>
                      </c:pt>
                      <c:pt idx="19">
                        <c:v>44764</c:v>
                      </c:pt>
                      <c:pt idx="20">
                        <c:v>44765</c:v>
                      </c:pt>
                      <c:pt idx="21">
                        <c:v>44766</c:v>
                      </c:pt>
                      <c:pt idx="22">
                        <c:v>44767</c:v>
                      </c:pt>
                      <c:pt idx="23">
                        <c:v>44768</c:v>
                      </c:pt>
                      <c:pt idx="24">
                        <c:v>44769</c:v>
                      </c:pt>
                      <c:pt idx="25">
                        <c:v>44770</c:v>
                      </c:pt>
                      <c:pt idx="26">
                        <c:v>44771</c:v>
                      </c:pt>
                      <c:pt idx="27">
                        <c:v>44772</c:v>
                      </c:pt>
                      <c:pt idx="28">
                        <c:v>44773</c:v>
                      </c:pt>
                      <c:pt idx="29">
                        <c:v>44774</c:v>
                      </c:pt>
                      <c:pt idx="30">
                        <c:v>44775</c:v>
                      </c:pt>
                      <c:pt idx="31">
                        <c:v>44776</c:v>
                      </c:pt>
                      <c:pt idx="32">
                        <c:v>44777</c:v>
                      </c:pt>
                      <c:pt idx="33">
                        <c:v>44778</c:v>
                      </c:pt>
                      <c:pt idx="34">
                        <c:v>44779</c:v>
                      </c:pt>
                      <c:pt idx="35">
                        <c:v>44780</c:v>
                      </c:pt>
                      <c:pt idx="36">
                        <c:v>44781</c:v>
                      </c:pt>
                      <c:pt idx="37">
                        <c:v>44782</c:v>
                      </c:pt>
                      <c:pt idx="38">
                        <c:v>44783</c:v>
                      </c:pt>
                      <c:pt idx="39">
                        <c:v>44784</c:v>
                      </c:pt>
                      <c:pt idx="40">
                        <c:v>44785</c:v>
                      </c:pt>
                      <c:pt idx="41">
                        <c:v>44786</c:v>
                      </c:pt>
                      <c:pt idx="42">
                        <c:v>44787</c:v>
                      </c:pt>
                      <c:pt idx="43">
                        <c:v>44788</c:v>
                      </c:pt>
                      <c:pt idx="44">
                        <c:v>44789</c:v>
                      </c:pt>
                      <c:pt idx="45">
                        <c:v>44790</c:v>
                      </c:pt>
                      <c:pt idx="46">
                        <c:v>44791</c:v>
                      </c:pt>
                      <c:pt idx="47">
                        <c:v>44792</c:v>
                      </c:pt>
                      <c:pt idx="48">
                        <c:v>44793</c:v>
                      </c:pt>
                      <c:pt idx="49">
                        <c:v>44794</c:v>
                      </c:pt>
                      <c:pt idx="50">
                        <c:v>44795</c:v>
                      </c:pt>
                      <c:pt idx="51">
                        <c:v>44796</c:v>
                      </c:pt>
                      <c:pt idx="52">
                        <c:v>44797</c:v>
                      </c:pt>
                      <c:pt idx="53">
                        <c:v>44798</c:v>
                      </c:pt>
                      <c:pt idx="54">
                        <c:v>44799</c:v>
                      </c:pt>
                      <c:pt idx="55">
                        <c:v>44800</c:v>
                      </c:pt>
                      <c:pt idx="56">
                        <c:v>44801</c:v>
                      </c:pt>
                      <c:pt idx="57">
                        <c:v>44802</c:v>
                      </c:pt>
                      <c:pt idx="58">
                        <c:v>44803</c:v>
                      </c:pt>
                      <c:pt idx="59">
                        <c:v>44804</c:v>
                      </c:pt>
                      <c:pt idx="60">
                        <c:v>44805</c:v>
                      </c:pt>
                      <c:pt idx="61">
                        <c:v>44806</c:v>
                      </c:pt>
                      <c:pt idx="62">
                        <c:v>44807</c:v>
                      </c:pt>
                      <c:pt idx="63">
                        <c:v>44808</c:v>
                      </c:pt>
                      <c:pt idx="64">
                        <c:v>44809</c:v>
                      </c:pt>
                      <c:pt idx="65">
                        <c:v>44810</c:v>
                      </c:pt>
                      <c:pt idx="66">
                        <c:v>44811</c:v>
                      </c:pt>
                      <c:pt idx="67">
                        <c:v>44812</c:v>
                      </c:pt>
                      <c:pt idx="68">
                        <c:v>44813</c:v>
                      </c:pt>
                      <c:pt idx="69">
                        <c:v>44814</c:v>
                      </c:pt>
                      <c:pt idx="70">
                        <c:v>44815</c:v>
                      </c:pt>
                      <c:pt idx="71">
                        <c:v>44816</c:v>
                      </c:pt>
                      <c:pt idx="72">
                        <c:v>44817</c:v>
                      </c:pt>
                      <c:pt idx="73">
                        <c:v>44818</c:v>
                      </c:pt>
                      <c:pt idx="74">
                        <c:v>44819</c:v>
                      </c:pt>
                      <c:pt idx="75">
                        <c:v>44820</c:v>
                      </c:pt>
                      <c:pt idx="76">
                        <c:v>44821</c:v>
                      </c:pt>
                      <c:pt idx="77">
                        <c:v>44822</c:v>
                      </c:pt>
                      <c:pt idx="78">
                        <c:v>44823</c:v>
                      </c:pt>
                      <c:pt idx="79">
                        <c:v>44824</c:v>
                      </c:pt>
                      <c:pt idx="80">
                        <c:v>44825</c:v>
                      </c:pt>
                      <c:pt idx="81">
                        <c:v>44826</c:v>
                      </c:pt>
                      <c:pt idx="82">
                        <c:v>44827</c:v>
                      </c:pt>
                      <c:pt idx="83">
                        <c:v>44828</c:v>
                      </c:pt>
                      <c:pt idx="84">
                        <c:v>44829</c:v>
                      </c:pt>
                      <c:pt idx="85">
                        <c:v>44830</c:v>
                      </c:pt>
                      <c:pt idx="86">
                        <c:v>44831</c:v>
                      </c:pt>
                      <c:pt idx="87">
                        <c:v>44832</c:v>
                      </c:pt>
                      <c:pt idx="88">
                        <c:v>44833</c:v>
                      </c:pt>
                      <c:pt idx="89">
                        <c:v>44834</c:v>
                      </c:pt>
                      <c:pt idx="90">
                        <c:v>44835</c:v>
                      </c:pt>
                      <c:pt idx="91">
                        <c:v>44836</c:v>
                      </c:pt>
                      <c:pt idx="92">
                        <c:v>44837</c:v>
                      </c:pt>
                      <c:pt idx="93">
                        <c:v>44838</c:v>
                      </c:pt>
                      <c:pt idx="94">
                        <c:v>44839</c:v>
                      </c:pt>
                      <c:pt idx="95">
                        <c:v>44840</c:v>
                      </c:pt>
                      <c:pt idx="96">
                        <c:v>44841</c:v>
                      </c:pt>
                      <c:pt idx="97">
                        <c:v>44842</c:v>
                      </c:pt>
                      <c:pt idx="98">
                        <c:v>44843</c:v>
                      </c:pt>
                      <c:pt idx="99">
                        <c:v>44844</c:v>
                      </c:pt>
                      <c:pt idx="100">
                        <c:v>44845</c:v>
                      </c:pt>
                      <c:pt idx="101">
                        <c:v>44846</c:v>
                      </c:pt>
                      <c:pt idx="102">
                        <c:v>44847</c:v>
                      </c:pt>
                      <c:pt idx="103">
                        <c:v>44848</c:v>
                      </c:pt>
                      <c:pt idx="104">
                        <c:v>44849</c:v>
                      </c:pt>
                      <c:pt idx="105">
                        <c:v>44850</c:v>
                      </c:pt>
                      <c:pt idx="106">
                        <c:v>44851</c:v>
                      </c:pt>
                      <c:pt idx="107">
                        <c:v>44852</c:v>
                      </c:pt>
                      <c:pt idx="108">
                        <c:v>44853</c:v>
                      </c:pt>
                      <c:pt idx="109">
                        <c:v>44854</c:v>
                      </c:pt>
                      <c:pt idx="110">
                        <c:v>44855</c:v>
                      </c:pt>
                      <c:pt idx="111">
                        <c:v>44856</c:v>
                      </c:pt>
                      <c:pt idx="112">
                        <c:v>44857</c:v>
                      </c:pt>
                      <c:pt idx="113">
                        <c:v>44858</c:v>
                      </c:pt>
                      <c:pt idx="114">
                        <c:v>44859</c:v>
                      </c:pt>
                      <c:pt idx="115">
                        <c:v>44860</c:v>
                      </c:pt>
                      <c:pt idx="116">
                        <c:v>44861</c:v>
                      </c:pt>
                      <c:pt idx="117">
                        <c:v>44862</c:v>
                      </c:pt>
                      <c:pt idx="118">
                        <c:v>44863</c:v>
                      </c:pt>
                      <c:pt idx="119">
                        <c:v>44864</c:v>
                      </c:pt>
                      <c:pt idx="120">
                        <c:v>44865</c:v>
                      </c:pt>
                      <c:pt idx="121">
                        <c:v>44866</c:v>
                      </c:pt>
                      <c:pt idx="122">
                        <c:v>44867</c:v>
                      </c:pt>
                      <c:pt idx="123">
                        <c:v>44868</c:v>
                      </c:pt>
                      <c:pt idx="124">
                        <c:v>44869</c:v>
                      </c:pt>
                      <c:pt idx="125">
                        <c:v>44870</c:v>
                      </c:pt>
                      <c:pt idx="126">
                        <c:v>44871</c:v>
                      </c:pt>
                      <c:pt idx="127">
                        <c:v>44872</c:v>
                      </c:pt>
                      <c:pt idx="128">
                        <c:v>44873</c:v>
                      </c:pt>
                      <c:pt idx="129">
                        <c:v>44874</c:v>
                      </c:pt>
                      <c:pt idx="130">
                        <c:v>44875</c:v>
                      </c:pt>
                      <c:pt idx="131">
                        <c:v>44876</c:v>
                      </c:pt>
                      <c:pt idx="132">
                        <c:v>44877</c:v>
                      </c:pt>
                      <c:pt idx="133">
                        <c:v>44878</c:v>
                      </c:pt>
                      <c:pt idx="134">
                        <c:v>44879</c:v>
                      </c:pt>
                      <c:pt idx="135">
                        <c:v>44880</c:v>
                      </c:pt>
                      <c:pt idx="136">
                        <c:v>44881</c:v>
                      </c:pt>
                      <c:pt idx="137">
                        <c:v>44882</c:v>
                      </c:pt>
                      <c:pt idx="138">
                        <c:v>44883</c:v>
                      </c:pt>
                      <c:pt idx="139">
                        <c:v>44884</c:v>
                      </c:pt>
                      <c:pt idx="140">
                        <c:v>44885</c:v>
                      </c:pt>
                      <c:pt idx="141">
                        <c:v>44886</c:v>
                      </c:pt>
                      <c:pt idx="142">
                        <c:v>44887</c:v>
                      </c:pt>
                      <c:pt idx="143">
                        <c:v>44888</c:v>
                      </c:pt>
                      <c:pt idx="144">
                        <c:v>44889</c:v>
                      </c:pt>
                      <c:pt idx="145">
                        <c:v>44890</c:v>
                      </c:pt>
                      <c:pt idx="146">
                        <c:v>44891</c:v>
                      </c:pt>
                      <c:pt idx="147">
                        <c:v>44892</c:v>
                      </c:pt>
                      <c:pt idx="148">
                        <c:v>44893</c:v>
                      </c:pt>
                      <c:pt idx="149">
                        <c:v>44894</c:v>
                      </c:pt>
                      <c:pt idx="150">
                        <c:v>44895</c:v>
                      </c:pt>
                      <c:pt idx="151">
                        <c:v>44896</c:v>
                      </c:pt>
                      <c:pt idx="152">
                        <c:v>44897</c:v>
                      </c:pt>
                      <c:pt idx="153">
                        <c:v>44898</c:v>
                      </c:pt>
                      <c:pt idx="154">
                        <c:v>44899</c:v>
                      </c:pt>
                      <c:pt idx="155">
                        <c:v>44900</c:v>
                      </c:pt>
                      <c:pt idx="156">
                        <c:v>44901</c:v>
                      </c:pt>
                      <c:pt idx="157">
                        <c:v>44902</c:v>
                      </c:pt>
                      <c:pt idx="158">
                        <c:v>44903</c:v>
                      </c:pt>
                      <c:pt idx="159">
                        <c:v>44904</c:v>
                      </c:pt>
                      <c:pt idx="160">
                        <c:v>44905</c:v>
                      </c:pt>
                      <c:pt idx="161">
                        <c:v>44906</c:v>
                      </c:pt>
                      <c:pt idx="162">
                        <c:v>44907</c:v>
                      </c:pt>
                      <c:pt idx="163">
                        <c:v>44908</c:v>
                      </c:pt>
                      <c:pt idx="164">
                        <c:v>44909</c:v>
                      </c:pt>
                      <c:pt idx="165">
                        <c:v>44910</c:v>
                      </c:pt>
                      <c:pt idx="166">
                        <c:v>44911</c:v>
                      </c:pt>
                      <c:pt idx="167">
                        <c:v>44912</c:v>
                      </c:pt>
                      <c:pt idx="168">
                        <c:v>44913</c:v>
                      </c:pt>
                      <c:pt idx="169">
                        <c:v>44914</c:v>
                      </c:pt>
                      <c:pt idx="170">
                        <c:v>44915</c:v>
                      </c:pt>
                      <c:pt idx="171">
                        <c:v>44916</c:v>
                      </c:pt>
                      <c:pt idx="172">
                        <c:v>44917</c:v>
                      </c:pt>
                      <c:pt idx="173">
                        <c:v>44918</c:v>
                      </c:pt>
                      <c:pt idx="174">
                        <c:v>44919</c:v>
                      </c:pt>
                      <c:pt idx="175">
                        <c:v>44920</c:v>
                      </c:pt>
                      <c:pt idx="176">
                        <c:v>44921</c:v>
                      </c:pt>
                      <c:pt idx="177">
                        <c:v>44922</c:v>
                      </c:pt>
                      <c:pt idx="178">
                        <c:v>44923</c:v>
                      </c:pt>
                      <c:pt idx="179">
                        <c:v>44924</c:v>
                      </c:pt>
                      <c:pt idx="180">
                        <c:v>44925</c:v>
                      </c:pt>
                      <c:pt idx="181">
                        <c:v>44926</c:v>
                      </c:pt>
                      <c:pt idx="182">
                        <c:v>44927</c:v>
                      </c:pt>
                      <c:pt idx="183">
                        <c:v>44928</c:v>
                      </c:pt>
                      <c:pt idx="184">
                        <c:v>44929</c:v>
                      </c:pt>
                      <c:pt idx="185">
                        <c:v>44930</c:v>
                      </c:pt>
                      <c:pt idx="186">
                        <c:v>44931</c:v>
                      </c:pt>
                      <c:pt idx="187">
                        <c:v>44932</c:v>
                      </c:pt>
                      <c:pt idx="188">
                        <c:v>44933</c:v>
                      </c:pt>
                      <c:pt idx="189">
                        <c:v>44934</c:v>
                      </c:pt>
                      <c:pt idx="190">
                        <c:v>44935</c:v>
                      </c:pt>
                      <c:pt idx="191">
                        <c:v>44936</c:v>
                      </c:pt>
                      <c:pt idx="192">
                        <c:v>44937</c:v>
                      </c:pt>
                      <c:pt idx="193">
                        <c:v>44938</c:v>
                      </c:pt>
                      <c:pt idx="194">
                        <c:v>44939</c:v>
                      </c:pt>
                      <c:pt idx="195">
                        <c:v>44940</c:v>
                      </c:pt>
                      <c:pt idx="196">
                        <c:v>44941</c:v>
                      </c:pt>
                      <c:pt idx="197">
                        <c:v>44942</c:v>
                      </c:pt>
                      <c:pt idx="198">
                        <c:v>44943</c:v>
                      </c:pt>
                      <c:pt idx="199">
                        <c:v>44944</c:v>
                      </c:pt>
                      <c:pt idx="200">
                        <c:v>44945</c:v>
                      </c:pt>
                      <c:pt idx="201">
                        <c:v>44946</c:v>
                      </c:pt>
                      <c:pt idx="202">
                        <c:v>44947</c:v>
                      </c:pt>
                      <c:pt idx="203">
                        <c:v>44948</c:v>
                      </c:pt>
                      <c:pt idx="204">
                        <c:v>44949</c:v>
                      </c:pt>
                      <c:pt idx="205">
                        <c:v>44950</c:v>
                      </c:pt>
                      <c:pt idx="206">
                        <c:v>44951</c:v>
                      </c:pt>
                      <c:pt idx="207">
                        <c:v>44952</c:v>
                      </c:pt>
                      <c:pt idx="208">
                        <c:v>44953</c:v>
                      </c:pt>
                      <c:pt idx="209">
                        <c:v>44954</c:v>
                      </c:pt>
                      <c:pt idx="210">
                        <c:v>44955</c:v>
                      </c:pt>
                      <c:pt idx="211">
                        <c:v>44956</c:v>
                      </c:pt>
                      <c:pt idx="212">
                        <c:v>44957</c:v>
                      </c:pt>
                      <c:pt idx="213">
                        <c:v>44958</c:v>
                      </c:pt>
                      <c:pt idx="214">
                        <c:v>44959</c:v>
                      </c:pt>
                      <c:pt idx="215">
                        <c:v>44960</c:v>
                      </c:pt>
                      <c:pt idx="216">
                        <c:v>44961</c:v>
                      </c:pt>
                      <c:pt idx="217">
                        <c:v>44962</c:v>
                      </c:pt>
                      <c:pt idx="218">
                        <c:v>44963</c:v>
                      </c:pt>
                      <c:pt idx="219">
                        <c:v>44964</c:v>
                      </c:pt>
                      <c:pt idx="220">
                        <c:v>44965</c:v>
                      </c:pt>
                      <c:pt idx="221">
                        <c:v>44966</c:v>
                      </c:pt>
                      <c:pt idx="222">
                        <c:v>44967</c:v>
                      </c:pt>
                      <c:pt idx="223">
                        <c:v>44968</c:v>
                      </c:pt>
                      <c:pt idx="224">
                        <c:v>44969</c:v>
                      </c:pt>
                      <c:pt idx="225">
                        <c:v>44970</c:v>
                      </c:pt>
                      <c:pt idx="226">
                        <c:v>44971</c:v>
                      </c:pt>
                      <c:pt idx="227">
                        <c:v>44972</c:v>
                      </c:pt>
                      <c:pt idx="228">
                        <c:v>44973</c:v>
                      </c:pt>
                      <c:pt idx="229">
                        <c:v>44974</c:v>
                      </c:pt>
                      <c:pt idx="230">
                        <c:v>44975</c:v>
                      </c:pt>
                      <c:pt idx="231">
                        <c:v>44976</c:v>
                      </c:pt>
                      <c:pt idx="232">
                        <c:v>44977</c:v>
                      </c:pt>
                      <c:pt idx="233">
                        <c:v>44978</c:v>
                      </c:pt>
                      <c:pt idx="234">
                        <c:v>44979</c:v>
                      </c:pt>
                      <c:pt idx="235">
                        <c:v>44980</c:v>
                      </c:pt>
                      <c:pt idx="236">
                        <c:v>44981</c:v>
                      </c:pt>
                      <c:pt idx="237">
                        <c:v>44982</c:v>
                      </c:pt>
                      <c:pt idx="238">
                        <c:v>44983</c:v>
                      </c:pt>
                      <c:pt idx="239">
                        <c:v>44984</c:v>
                      </c:pt>
                      <c:pt idx="240">
                        <c:v>44985</c:v>
                      </c:pt>
                      <c:pt idx="241">
                        <c:v>44986</c:v>
                      </c:pt>
                      <c:pt idx="242">
                        <c:v>44987</c:v>
                      </c:pt>
                      <c:pt idx="243">
                        <c:v>44988</c:v>
                      </c:pt>
                      <c:pt idx="244">
                        <c:v>44989</c:v>
                      </c:pt>
                      <c:pt idx="245">
                        <c:v>44990</c:v>
                      </c:pt>
                      <c:pt idx="246">
                        <c:v>44991</c:v>
                      </c:pt>
                      <c:pt idx="247">
                        <c:v>44992</c:v>
                      </c:pt>
                      <c:pt idx="248">
                        <c:v>44993</c:v>
                      </c:pt>
                      <c:pt idx="249">
                        <c:v>44994</c:v>
                      </c:pt>
                      <c:pt idx="250">
                        <c:v>44995</c:v>
                      </c:pt>
                      <c:pt idx="251">
                        <c:v>44996</c:v>
                      </c:pt>
                      <c:pt idx="252">
                        <c:v>44997</c:v>
                      </c:pt>
                      <c:pt idx="253">
                        <c:v>44998</c:v>
                      </c:pt>
                      <c:pt idx="254">
                        <c:v>44999</c:v>
                      </c:pt>
                      <c:pt idx="255">
                        <c:v>45000</c:v>
                      </c:pt>
                      <c:pt idx="256">
                        <c:v>45001</c:v>
                      </c:pt>
                      <c:pt idx="257">
                        <c:v>45002</c:v>
                      </c:pt>
                      <c:pt idx="258">
                        <c:v>45003</c:v>
                      </c:pt>
                      <c:pt idx="259">
                        <c:v>45004</c:v>
                      </c:pt>
                      <c:pt idx="260">
                        <c:v>45005</c:v>
                      </c:pt>
                      <c:pt idx="261">
                        <c:v>45006</c:v>
                      </c:pt>
                      <c:pt idx="262">
                        <c:v>45007</c:v>
                      </c:pt>
                      <c:pt idx="263">
                        <c:v>45008</c:v>
                      </c:pt>
                      <c:pt idx="264">
                        <c:v>45009</c:v>
                      </c:pt>
                      <c:pt idx="265">
                        <c:v>45010</c:v>
                      </c:pt>
                      <c:pt idx="266">
                        <c:v>45011</c:v>
                      </c:pt>
                      <c:pt idx="267">
                        <c:v>45012</c:v>
                      </c:pt>
                      <c:pt idx="268">
                        <c:v>45013</c:v>
                      </c:pt>
                      <c:pt idx="269">
                        <c:v>45014</c:v>
                      </c:pt>
                      <c:pt idx="270">
                        <c:v>45015</c:v>
                      </c:pt>
                      <c:pt idx="271">
                        <c:v>45016</c:v>
                      </c:pt>
                      <c:pt idx="272">
                        <c:v>45017</c:v>
                      </c:pt>
                      <c:pt idx="273">
                        <c:v>45018</c:v>
                      </c:pt>
                      <c:pt idx="274">
                        <c:v>45019</c:v>
                      </c:pt>
                      <c:pt idx="275">
                        <c:v>45020</c:v>
                      </c:pt>
                      <c:pt idx="276">
                        <c:v>45021</c:v>
                      </c:pt>
                      <c:pt idx="277">
                        <c:v>45022</c:v>
                      </c:pt>
                      <c:pt idx="278">
                        <c:v>45023</c:v>
                      </c:pt>
                      <c:pt idx="279">
                        <c:v>45024</c:v>
                      </c:pt>
                      <c:pt idx="280">
                        <c:v>45025</c:v>
                      </c:pt>
                      <c:pt idx="281">
                        <c:v>45026</c:v>
                      </c:pt>
                      <c:pt idx="282">
                        <c:v>45027</c:v>
                      </c:pt>
                      <c:pt idx="283">
                        <c:v>45028</c:v>
                      </c:pt>
                      <c:pt idx="284">
                        <c:v>45029</c:v>
                      </c:pt>
                      <c:pt idx="285">
                        <c:v>45030</c:v>
                      </c:pt>
                      <c:pt idx="286">
                        <c:v>45031</c:v>
                      </c:pt>
                      <c:pt idx="287">
                        <c:v>45032</c:v>
                      </c:pt>
                      <c:pt idx="288">
                        <c:v>45033</c:v>
                      </c:pt>
                      <c:pt idx="289">
                        <c:v>45034</c:v>
                      </c:pt>
                      <c:pt idx="290">
                        <c:v>45035</c:v>
                      </c:pt>
                      <c:pt idx="291">
                        <c:v>45036</c:v>
                      </c:pt>
                      <c:pt idx="292">
                        <c:v>45037</c:v>
                      </c:pt>
                      <c:pt idx="293">
                        <c:v>45038</c:v>
                      </c:pt>
                      <c:pt idx="294">
                        <c:v>45039</c:v>
                      </c:pt>
                      <c:pt idx="295">
                        <c:v>45040</c:v>
                      </c:pt>
                      <c:pt idx="296">
                        <c:v>45041</c:v>
                      </c:pt>
                      <c:pt idx="297">
                        <c:v>45042</c:v>
                      </c:pt>
                      <c:pt idx="298">
                        <c:v>45043</c:v>
                      </c:pt>
                      <c:pt idx="299">
                        <c:v>45044</c:v>
                      </c:pt>
                      <c:pt idx="300">
                        <c:v>45045</c:v>
                      </c:pt>
                      <c:pt idx="301">
                        <c:v>45046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Лист1!$C$2:$C$303</c15:sqref>
                        </c15:formulaRef>
                      </c:ext>
                    </c:extLst>
                    <c:numCache>
                      <c:formatCode>m/d/yyyy</c:formatCode>
                      <c:ptCount val="302"/>
                      <c:pt idx="0">
                        <c:v>44745</c:v>
                      </c:pt>
                      <c:pt idx="1">
                        <c:v>44746</c:v>
                      </c:pt>
                      <c:pt idx="2">
                        <c:v>44747</c:v>
                      </c:pt>
                      <c:pt idx="3">
                        <c:v>44748</c:v>
                      </c:pt>
                      <c:pt idx="4">
                        <c:v>44749</c:v>
                      </c:pt>
                      <c:pt idx="5">
                        <c:v>44750</c:v>
                      </c:pt>
                      <c:pt idx="6">
                        <c:v>44751</c:v>
                      </c:pt>
                      <c:pt idx="7">
                        <c:v>44752</c:v>
                      </c:pt>
                      <c:pt idx="8">
                        <c:v>44753</c:v>
                      </c:pt>
                      <c:pt idx="9">
                        <c:v>44754</c:v>
                      </c:pt>
                      <c:pt idx="10">
                        <c:v>44755</c:v>
                      </c:pt>
                      <c:pt idx="11">
                        <c:v>44756</c:v>
                      </c:pt>
                      <c:pt idx="12">
                        <c:v>44757</c:v>
                      </c:pt>
                      <c:pt idx="13">
                        <c:v>44758</c:v>
                      </c:pt>
                      <c:pt idx="14">
                        <c:v>44759</c:v>
                      </c:pt>
                      <c:pt idx="15">
                        <c:v>44760</c:v>
                      </c:pt>
                      <c:pt idx="16">
                        <c:v>44761</c:v>
                      </c:pt>
                      <c:pt idx="17">
                        <c:v>44762</c:v>
                      </c:pt>
                      <c:pt idx="18">
                        <c:v>44763</c:v>
                      </c:pt>
                      <c:pt idx="19">
                        <c:v>44764</c:v>
                      </c:pt>
                      <c:pt idx="20">
                        <c:v>44765</c:v>
                      </c:pt>
                      <c:pt idx="21">
                        <c:v>44766</c:v>
                      </c:pt>
                      <c:pt idx="22">
                        <c:v>44767</c:v>
                      </c:pt>
                      <c:pt idx="23">
                        <c:v>44768</c:v>
                      </c:pt>
                      <c:pt idx="24">
                        <c:v>44769</c:v>
                      </c:pt>
                      <c:pt idx="25">
                        <c:v>44770</c:v>
                      </c:pt>
                      <c:pt idx="26">
                        <c:v>44771</c:v>
                      </c:pt>
                      <c:pt idx="27">
                        <c:v>44772</c:v>
                      </c:pt>
                      <c:pt idx="28">
                        <c:v>44773</c:v>
                      </c:pt>
                      <c:pt idx="29">
                        <c:v>44774</c:v>
                      </c:pt>
                      <c:pt idx="30">
                        <c:v>44775</c:v>
                      </c:pt>
                      <c:pt idx="31">
                        <c:v>44776</c:v>
                      </c:pt>
                      <c:pt idx="32">
                        <c:v>44777</c:v>
                      </c:pt>
                      <c:pt idx="33">
                        <c:v>44778</c:v>
                      </c:pt>
                      <c:pt idx="34">
                        <c:v>44779</c:v>
                      </c:pt>
                      <c:pt idx="35">
                        <c:v>44780</c:v>
                      </c:pt>
                      <c:pt idx="36">
                        <c:v>44781</c:v>
                      </c:pt>
                      <c:pt idx="37">
                        <c:v>44782</c:v>
                      </c:pt>
                      <c:pt idx="38">
                        <c:v>44783</c:v>
                      </c:pt>
                      <c:pt idx="39">
                        <c:v>44784</c:v>
                      </c:pt>
                      <c:pt idx="40">
                        <c:v>44785</c:v>
                      </c:pt>
                      <c:pt idx="41">
                        <c:v>44786</c:v>
                      </c:pt>
                      <c:pt idx="42">
                        <c:v>44787</c:v>
                      </c:pt>
                      <c:pt idx="43">
                        <c:v>44788</c:v>
                      </c:pt>
                      <c:pt idx="44">
                        <c:v>44789</c:v>
                      </c:pt>
                      <c:pt idx="45">
                        <c:v>44790</c:v>
                      </c:pt>
                      <c:pt idx="46">
                        <c:v>44791</c:v>
                      </c:pt>
                      <c:pt idx="47">
                        <c:v>44792</c:v>
                      </c:pt>
                      <c:pt idx="48">
                        <c:v>44793</c:v>
                      </c:pt>
                      <c:pt idx="49">
                        <c:v>44794</c:v>
                      </c:pt>
                      <c:pt idx="50">
                        <c:v>44795</c:v>
                      </c:pt>
                      <c:pt idx="51">
                        <c:v>44796</c:v>
                      </c:pt>
                      <c:pt idx="52">
                        <c:v>44797</c:v>
                      </c:pt>
                      <c:pt idx="53">
                        <c:v>44798</c:v>
                      </c:pt>
                      <c:pt idx="54">
                        <c:v>44799</c:v>
                      </c:pt>
                      <c:pt idx="55">
                        <c:v>44800</c:v>
                      </c:pt>
                      <c:pt idx="56">
                        <c:v>44801</c:v>
                      </c:pt>
                      <c:pt idx="57">
                        <c:v>44802</c:v>
                      </c:pt>
                      <c:pt idx="58">
                        <c:v>44803</c:v>
                      </c:pt>
                      <c:pt idx="59">
                        <c:v>44804</c:v>
                      </c:pt>
                      <c:pt idx="60">
                        <c:v>44805</c:v>
                      </c:pt>
                      <c:pt idx="61">
                        <c:v>44806</c:v>
                      </c:pt>
                      <c:pt idx="62">
                        <c:v>44807</c:v>
                      </c:pt>
                      <c:pt idx="63">
                        <c:v>44808</c:v>
                      </c:pt>
                      <c:pt idx="64">
                        <c:v>44809</c:v>
                      </c:pt>
                      <c:pt idx="65">
                        <c:v>44810</c:v>
                      </c:pt>
                      <c:pt idx="66">
                        <c:v>44811</c:v>
                      </c:pt>
                      <c:pt idx="67">
                        <c:v>44812</c:v>
                      </c:pt>
                      <c:pt idx="68">
                        <c:v>44813</c:v>
                      </c:pt>
                      <c:pt idx="69">
                        <c:v>44814</c:v>
                      </c:pt>
                      <c:pt idx="70">
                        <c:v>44815</c:v>
                      </c:pt>
                      <c:pt idx="71">
                        <c:v>44816</c:v>
                      </c:pt>
                      <c:pt idx="72">
                        <c:v>44817</c:v>
                      </c:pt>
                      <c:pt idx="73">
                        <c:v>44818</c:v>
                      </c:pt>
                      <c:pt idx="74">
                        <c:v>44819</c:v>
                      </c:pt>
                      <c:pt idx="75">
                        <c:v>44820</c:v>
                      </c:pt>
                      <c:pt idx="76">
                        <c:v>44821</c:v>
                      </c:pt>
                      <c:pt idx="77">
                        <c:v>44822</c:v>
                      </c:pt>
                      <c:pt idx="78">
                        <c:v>44823</c:v>
                      </c:pt>
                      <c:pt idx="79">
                        <c:v>44824</c:v>
                      </c:pt>
                      <c:pt idx="80">
                        <c:v>44825</c:v>
                      </c:pt>
                      <c:pt idx="81">
                        <c:v>44826</c:v>
                      </c:pt>
                      <c:pt idx="82">
                        <c:v>44827</c:v>
                      </c:pt>
                      <c:pt idx="83">
                        <c:v>44828</c:v>
                      </c:pt>
                      <c:pt idx="84">
                        <c:v>44829</c:v>
                      </c:pt>
                      <c:pt idx="85">
                        <c:v>44830</c:v>
                      </c:pt>
                      <c:pt idx="86">
                        <c:v>44831</c:v>
                      </c:pt>
                      <c:pt idx="87">
                        <c:v>44832</c:v>
                      </c:pt>
                      <c:pt idx="88">
                        <c:v>44833</c:v>
                      </c:pt>
                      <c:pt idx="89">
                        <c:v>44834</c:v>
                      </c:pt>
                      <c:pt idx="90">
                        <c:v>44835</c:v>
                      </c:pt>
                      <c:pt idx="91">
                        <c:v>44836</c:v>
                      </c:pt>
                      <c:pt idx="92">
                        <c:v>44837</c:v>
                      </c:pt>
                      <c:pt idx="93">
                        <c:v>44838</c:v>
                      </c:pt>
                      <c:pt idx="94">
                        <c:v>44839</c:v>
                      </c:pt>
                      <c:pt idx="95">
                        <c:v>44840</c:v>
                      </c:pt>
                      <c:pt idx="96">
                        <c:v>44841</c:v>
                      </c:pt>
                      <c:pt idx="97">
                        <c:v>44842</c:v>
                      </c:pt>
                      <c:pt idx="98">
                        <c:v>44843</c:v>
                      </c:pt>
                      <c:pt idx="99">
                        <c:v>44844</c:v>
                      </c:pt>
                      <c:pt idx="100">
                        <c:v>44845</c:v>
                      </c:pt>
                      <c:pt idx="101">
                        <c:v>44846</c:v>
                      </c:pt>
                      <c:pt idx="102">
                        <c:v>44847</c:v>
                      </c:pt>
                      <c:pt idx="103">
                        <c:v>44848</c:v>
                      </c:pt>
                      <c:pt idx="104">
                        <c:v>44849</c:v>
                      </c:pt>
                      <c:pt idx="105">
                        <c:v>44850</c:v>
                      </c:pt>
                      <c:pt idx="106">
                        <c:v>44851</c:v>
                      </c:pt>
                      <c:pt idx="107">
                        <c:v>44852</c:v>
                      </c:pt>
                      <c:pt idx="108">
                        <c:v>44853</c:v>
                      </c:pt>
                      <c:pt idx="109">
                        <c:v>44854</c:v>
                      </c:pt>
                      <c:pt idx="110">
                        <c:v>44855</c:v>
                      </c:pt>
                      <c:pt idx="111">
                        <c:v>44856</c:v>
                      </c:pt>
                      <c:pt idx="112">
                        <c:v>44857</c:v>
                      </c:pt>
                      <c:pt idx="113">
                        <c:v>44858</c:v>
                      </c:pt>
                      <c:pt idx="114">
                        <c:v>44859</c:v>
                      </c:pt>
                      <c:pt idx="115">
                        <c:v>44860</c:v>
                      </c:pt>
                      <c:pt idx="116">
                        <c:v>44861</c:v>
                      </c:pt>
                      <c:pt idx="117">
                        <c:v>44862</c:v>
                      </c:pt>
                      <c:pt idx="118">
                        <c:v>44863</c:v>
                      </c:pt>
                      <c:pt idx="119">
                        <c:v>44864</c:v>
                      </c:pt>
                      <c:pt idx="120">
                        <c:v>44865</c:v>
                      </c:pt>
                      <c:pt idx="121">
                        <c:v>44866</c:v>
                      </c:pt>
                      <c:pt idx="122">
                        <c:v>44867</c:v>
                      </c:pt>
                      <c:pt idx="123">
                        <c:v>44868</c:v>
                      </c:pt>
                      <c:pt idx="124">
                        <c:v>44869</c:v>
                      </c:pt>
                      <c:pt idx="125">
                        <c:v>44870</c:v>
                      </c:pt>
                      <c:pt idx="126">
                        <c:v>44871</c:v>
                      </c:pt>
                      <c:pt idx="127">
                        <c:v>44872</c:v>
                      </c:pt>
                      <c:pt idx="128">
                        <c:v>44873</c:v>
                      </c:pt>
                      <c:pt idx="129">
                        <c:v>44874</c:v>
                      </c:pt>
                      <c:pt idx="130">
                        <c:v>44875</c:v>
                      </c:pt>
                      <c:pt idx="131">
                        <c:v>44876</c:v>
                      </c:pt>
                      <c:pt idx="132">
                        <c:v>44877</c:v>
                      </c:pt>
                      <c:pt idx="133">
                        <c:v>44878</c:v>
                      </c:pt>
                      <c:pt idx="134">
                        <c:v>44879</c:v>
                      </c:pt>
                      <c:pt idx="135">
                        <c:v>44880</c:v>
                      </c:pt>
                      <c:pt idx="136">
                        <c:v>44881</c:v>
                      </c:pt>
                      <c:pt idx="137">
                        <c:v>44882</c:v>
                      </c:pt>
                      <c:pt idx="138">
                        <c:v>44883</c:v>
                      </c:pt>
                      <c:pt idx="139">
                        <c:v>44884</c:v>
                      </c:pt>
                      <c:pt idx="140">
                        <c:v>44885</c:v>
                      </c:pt>
                      <c:pt idx="141">
                        <c:v>44886</c:v>
                      </c:pt>
                      <c:pt idx="142">
                        <c:v>44887</c:v>
                      </c:pt>
                      <c:pt idx="143">
                        <c:v>44888</c:v>
                      </c:pt>
                      <c:pt idx="144">
                        <c:v>44889</c:v>
                      </c:pt>
                      <c:pt idx="145">
                        <c:v>44890</c:v>
                      </c:pt>
                      <c:pt idx="146">
                        <c:v>44891</c:v>
                      </c:pt>
                      <c:pt idx="147">
                        <c:v>44892</c:v>
                      </c:pt>
                      <c:pt idx="148">
                        <c:v>44893</c:v>
                      </c:pt>
                      <c:pt idx="149">
                        <c:v>44894</c:v>
                      </c:pt>
                      <c:pt idx="150">
                        <c:v>44895</c:v>
                      </c:pt>
                      <c:pt idx="151">
                        <c:v>44896</c:v>
                      </c:pt>
                      <c:pt idx="152">
                        <c:v>44897</c:v>
                      </c:pt>
                      <c:pt idx="153">
                        <c:v>44898</c:v>
                      </c:pt>
                      <c:pt idx="154">
                        <c:v>44899</c:v>
                      </c:pt>
                      <c:pt idx="155">
                        <c:v>44900</c:v>
                      </c:pt>
                      <c:pt idx="156">
                        <c:v>44901</c:v>
                      </c:pt>
                      <c:pt idx="157">
                        <c:v>44902</c:v>
                      </c:pt>
                      <c:pt idx="158">
                        <c:v>44903</c:v>
                      </c:pt>
                      <c:pt idx="159">
                        <c:v>44904</c:v>
                      </c:pt>
                      <c:pt idx="160">
                        <c:v>44905</c:v>
                      </c:pt>
                      <c:pt idx="161">
                        <c:v>44906</c:v>
                      </c:pt>
                      <c:pt idx="162">
                        <c:v>44907</c:v>
                      </c:pt>
                      <c:pt idx="163">
                        <c:v>44908</c:v>
                      </c:pt>
                      <c:pt idx="164">
                        <c:v>44909</c:v>
                      </c:pt>
                      <c:pt idx="165">
                        <c:v>44910</c:v>
                      </c:pt>
                      <c:pt idx="166">
                        <c:v>44911</c:v>
                      </c:pt>
                      <c:pt idx="167">
                        <c:v>44912</c:v>
                      </c:pt>
                      <c:pt idx="168">
                        <c:v>44913</c:v>
                      </c:pt>
                      <c:pt idx="169">
                        <c:v>44914</c:v>
                      </c:pt>
                      <c:pt idx="170">
                        <c:v>44915</c:v>
                      </c:pt>
                      <c:pt idx="171">
                        <c:v>44916</c:v>
                      </c:pt>
                      <c:pt idx="172">
                        <c:v>44917</c:v>
                      </c:pt>
                      <c:pt idx="173">
                        <c:v>44918</c:v>
                      </c:pt>
                      <c:pt idx="174">
                        <c:v>44919</c:v>
                      </c:pt>
                      <c:pt idx="175">
                        <c:v>44920</c:v>
                      </c:pt>
                      <c:pt idx="176">
                        <c:v>44921</c:v>
                      </c:pt>
                      <c:pt idx="177">
                        <c:v>44922</c:v>
                      </c:pt>
                      <c:pt idx="178">
                        <c:v>44923</c:v>
                      </c:pt>
                      <c:pt idx="179">
                        <c:v>44924</c:v>
                      </c:pt>
                      <c:pt idx="180">
                        <c:v>44925</c:v>
                      </c:pt>
                      <c:pt idx="181">
                        <c:v>44926</c:v>
                      </c:pt>
                      <c:pt idx="182">
                        <c:v>44927</c:v>
                      </c:pt>
                      <c:pt idx="183">
                        <c:v>44928</c:v>
                      </c:pt>
                      <c:pt idx="184">
                        <c:v>44929</c:v>
                      </c:pt>
                      <c:pt idx="185">
                        <c:v>44930</c:v>
                      </c:pt>
                      <c:pt idx="186">
                        <c:v>44931</c:v>
                      </c:pt>
                      <c:pt idx="187">
                        <c:v>44932</c:v>
                      </c:pt>
                      <c:pt idx="188">
                        <c:v>44933</c:v>
                      </c:pt>
                      <c:pt idx="189">
                        <c:v>44934</c:v>
                      </c:pt>
                      <c:pt idx="190">
                        <c:v>44935</c:v>
                      </c:pt>
                      <c:pt idx="191">
                        <c:v>44936</c:v>
                      </c:pt>
                      <c:pt idx="192">
                        <c:v>44937</c:v>
                      </c:pt>
                      <c:pt idx="193">
                        <c:v>44938</c:v>
                      </c:pt>
                      <c:pt idx="194">
                        <c:v>44939</c:v>
                      </c:pt>
                      <c:pt idx="195">
                        <c:v>44940</c:v>
                      </c:pt>
                      <c:pt idx="196">
                        <c:v>44941</c:v>
                      </c:pt>
                      <c:pt idx="197">
                        <c:v>44942</c:v>
                      </c:pt>
                      <c:pt idx="198">
                        <c:v>44943</c:v>
                      </c:pt>
                      <c:pt idx="199">
                        <c:v>44944</c:v>
                      </c:pt>
                      <c:pt idx="200">
                        <c:v>44945</c:v>
                      </c:pt>
                      <c:pt idx="201">
                        <c:v>44946</c:v>
                      </c:pt>
                      <c:pt idx="202">
                        <c:v>44947</c:v>
                      </c:pt>
                      <c:pt idx="203">
                        <c:v>44948</c:v>
                      </c:pt>
                      <c:pt idx="204">
                        <c:v>44949</c:v>
                      </c:pt>
                      <c:pt idx="205">
                        <c:v>44950</c:v>
                      </c:pt>
                      <c:pt idx="206">
                        <c:v>44951</c:v>
                      </c:pt>
                      <c:pt idx="207">
                        <c:v>44952</c:v>
                      </c:pt>
                      <c:pt idx="208">
                        <c:v>44953</c:v>
                      </c:pt>
                      <c:pt idx="209">
                        <c:v>44954</c:v>
                      </c:pt>
                      <c:pt idx="210">
                        <c:v>44955</c:v>
                      </c:pt>
                      <c:pt idx="211">
                        <c:v>44956</c:v>
                      </c:pt>
                      <c:pt idx="212">
                        <c:v>44957</c:v>
                      </c:pt>
                      <c:pt idx="213">
                        <c:v>44958</c:v>
                      </c:pt>
                      <c:pt idx="214">
                        <c:v>44959</c:v>
                      </c:pt>
                      <c:pt idx="215">
                        <c:v>44960</c:v>
                      </c:pt>
                      <c:pt idx="216">
                        <c:v>44961</c:v>
                      </c:pt>
                      <c:pt idx="217">
                        <c:v>44962</c:v>
                      </c:pt>
                      <c:pt idx="218">
                        <c:v>44963</c:v>
                      </c:pt>
                      <c:pt idx="219">
                        <c:v>44964</c:v>
                      </c:pt>
                      <c:pt idx="220">
                        <c:v>44965</c:v>
                      </c:pt>
                      <c:pt idx="221">
                        <c:v>44966</c:v>
                      </c:pt>
                      <c:pt idx="222">
                        <c:v>44967</c:v>
                      </c:pt>
                      <c:pt idx="223">
                        <c:v>44968</c:v>
                      </c:pt>
                      <c:pt idx="224">
                        <c:v>44969</c:v>
                      </c:pt>
                      <c:pt idx="225">
                        <c:v>44970</c:v>
                      </c:pt>
                      <c:pt idx="226">
                        <c:v>44971</c:v>
                      </c:pt>
                      <c:pt idx="227">
                        <c:v>44972</c:v>
                      </c:pt>
                      <c:pt idx="228">
                        <c:v>44973</c:v>
                      </c:pt>
                      <c:pt idx="229">
                        <c:v>44974</c:v>
                      </c:pt>
                      <c:pt idx="230">
                        <c:v>44975</c:v>
                      </c:pt>
                      <c:pt idx="231">
                        <c:v>44976</c:v>
                      </c:pt>
                      <c:pt idx="232">
                        <c:v>44977</c:v>
                      </c:pt>
                      <c:pt idx="233">
                        <c:v>44978</c:v>
                      </c:pt>
                      <c:pt idx="234">
                        <c:v>44979</c:v>
                      </c:pt>
                      <c:pt idx="235">
                        <c:v>44980</c:v>
                      </c:pt>
                      <c:pt idx="236">
                        <c:v>44981</c:v>
                      </c:pt>
                      <c:pt idx="237">
                        <c:v>44982</c:v>
                      </c:pt>
                      <c:pt idx="238">
                        <c:v>44983</c:v>
                      </c:pt>
                      <c:pt idx="239">
                        <c:v>44984</c:v>
                      </c:pt>
                      <c:pt idx="240">
                        <c:v>44985</c:v>
                      </c:pt>
                      <c:pt idx="241">
                        <c:v>44986</c:v>
                      </c:pt>
                      <c:pt idx="242">
                        <c:v>44987</c:v>
                      </c:pt>
                      <c:pt idx="243">
                        <c:v>44988</c:v>
                      </c:pt>
                      <c:pt idx="244">
                        <c:v>44989</c:v>
                      </c:pt>
                      <c:pt idx="245">
                        <c:v>44990</c:v>
                      </c:pt>
                      <c:pt idx="246">
                        <c:v>44991</c:v>
                      </c:pt>
                      <c:pt idx="247">
                        <c:v>44992</c:v>
                      </c:pt>
                      <c:pt idx="248">
                        <c:v>44993</c:v>
                      </c:pt>
                      <c:pt idx="249">
                        <c:v>44994</c:v>
                      </c:pt>
                      <c:pt idx="250">
                        <c:v>44995</c:v>
                      </c:pt>
                      <c:pt idx="251">
                        <c:v>44996</c:v>
                      </c:pt>
                      <c:pt idx="252">
                        <c:v>44997</c:v>
                      </c:pt>
                      <c:pt idx="253">
                        <c:v>44998</c:v>
                      </c:pt>
                      <c:pt idx="254">
                        <c:v>44999</c:v>
                      </c:pt>
                      <c:pt idx="255">
                        <c:v>45000</c:v>
                      </c:pt>
                      <c:pt idx="256">
                        <c:v>45001</c:v>
                      </c:pt>
                      <c:pt idx="257">
                        <c:v>45002</c:v>
                      </c:pt>
                      <c:pt idx="258">
                        <c:v>45003</c:v>
                      </c:pt>
                      <c:pt idx="259">
                        <c:v>45004</c:v>
                      </c:pt>
                      <c:pt idx="260">
                        <c:v>45005</c:v>
                      </c:pt>
                      <c:pt idx="261">
                        <c:v>45006</c:v>
                      </c:pt>
                      <c:pt idx="262">
                        <c:v>45007</c:v>
                      </c:pt>
                      <c:pt idx="263">
                        <c:v>45008</c:v>
                      </c:pt>
                      <c:pt idx="264">
                        <c:v>45009</c:v>
                      </c:pt>
                      <c:pt idx="265">
                        <c:v>45010</c:v>
                      </c:pt>
                      <c:pt idx="266">
                        <c:v>45011</c:v>
                      </c:pt>
                      <c:pt idx="267">
                        <c:v>45012</c:v>
                      </c:pt>
                      <c:pt idx="268">
                        <c:v>45013</c:v>
                      </c:pt>
                      <c:pt idx="269">
                        <c:v>45014</c:v>
                      </c:pt>
                      <c:pt idx="270">
                        <c:v>45015</c:v>
                      </c:pt>
                      <c:pt idx="271">
                        <c:v>45016</c:v>
                      </c:pt>
                      <c:pt idx="272">
                        <c:v>45017</c:v>
                      </c:pt>
                      <c:pt idx="273">
                        <c:v>45018</c:v>
                      </c:pt>
                      <c:pt idx="274">
                        <c:v>45019</c:v>
                      </c:pt>
                      <c:pt idx="275">
                        <c:v>45020</c:v>
                      </c:pt>
                      <c:pt idx="276">
                        <c:v>45021</c:v>
                      </c:pt>
                      <c:pt idx="277">
                        <c:v>45022</c:v>
                      </c:pt>
                      <c:pt idx="278">
                        <c:v>45023</c:v>
                      </c:pt>
                      <c:pt idx="279">
                        <c:v>45024</c:v>
                      </c:pt>
                      <c:pt idx="280">
                        <c:v>45025</c:v>
                      </c:pt>
                      <c:pt idx="281">
                        <c:v>45026</c:v>
                      </c:pt>
                      <c:pt idx="282">
                        <c:v>45027</c:v>
                      </c:pt>
                      <c:pt idx="283">
                        <c:v>45028</c:v>
                      </c:pt>
                      <c:pt idx="284">
                        <c:v>45029</c:v>
                      </c:pt>
                      <c:pt idx="285">
                        <c:v>45030</c:v>
                      </c:pt>
                      <c:pt idx="286">
                        <c:v>45031</c:v>
                      </c:pt>
                      <c:pt idx="287">
                        <c:v>45032</c:v>
                      </c:pt>
                      <c:pt idx="288">
                        <c:v>45033</c:v>
                      </c:pt>
                      <c:pt idx="289">
                        <c:v>45034</c:v>
                      </c:pt>
                      <c:pt idx="290">
                        <c:v>45035</c:v>
                      </c:pt>
                      <c:pt idx="291">
                        <c:v>45036</c:v>
                      </c:pt>
                      <c:pt idx="292">
                        <c:v>45037</c:v>
                      </c:pt>
                      <c:pt idx="293">
                        <c:v>45038</c:v>
                      </c:pt>
                      <c:pt idx="294">
                        <c:v>45039</c:v>
                      </c:pt>
                      <c:pt idx="295">
                        <c:v>45040</c:v>
                      </c:pt>
                      <c:pt idx="296">
                        <c:v>45041</c:v>
                      </c:pt>
                      <c:pt idx="297">
                        <c:v>45042</c:v>
                      </c:pt>
                      <c:pt idx="298">
                        <c:v>45043</c:v>
                      </c:pt>
                      <c:pt idx="299">
                        <c:v>45044</c:v>
                      </c:pt>
                      <c:pt idx="300">
                        <c:v>45045</c:v>
                      </c:pt>
                      <c:pt idx="301">
                        <c:v>45046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A36D-4C03-BF13-FCABF611A80D}"/>
                  </c:ext>
                </c:extLst>
              </c15:ser>
            </c15:filteredLineSeries>
          </c:ext>
        </c:extLst>
      </c:lineChart>
      <c:dateAx>
        <c:axId val="749622256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30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9631856"/>
        <c:crosses val="autoZero"/>
        <c:auto val="1"/>
        <c:lblOffset val="100"/>
        <c:baseTimeUnit val="days"/>
      </c:dateAx>
      <c:valAx>
        <c:axId val="749631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9622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LMAU</a:t>
            </a:r>
            <a:r>
              <a:rPr lang="en-US" baseline="0"/>
              <a:t> / LWAU / LDAU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Лист1!$D$1</c:f>
              <c:strCache>
                <c:ptCount val="1"/>
                <c:pt idx="0">
                  <c:v>LDAU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Лист1!$C$2:$C$297</c:f>
              <c:numCache>
                <c:formatCode>m/d/yyyy</c:formatCode>
                <c:ptCount val="296"/>
                <c:pt idx="0">
                  <c:v>44747</c:v>
                </c:pt>
                <c:pt idx="1">
                  <c:v>44749</c:v>
                </c:pt>
                <c:pt idx="2">
                  <c:v>44750</c:v>
                </c:pt>
                <c:pt idx="3">
                  <c:v>44751</c:v>
                </c:pt>
                <c:pt idx="4">
                  <c:v>44752</c:v>
                </c:pt>
                <c:pt idx="5">
                  <c:v>44753</c:v>
                </c:pt>
                <c:pt idx="6">
                  <c:v>44754</c:v>
                </c:pt>
                <c:pt idx="7">
                  <c:v>44755</c:v>
                </c:pt>
                <c:pt idx="8">
                  <c:v>44756</c:v>
                </c:pt>
                <c:pt idx="9">
                  <c:v>44757</c:v>
                </c:pt>
                <c:pt idx="10">
                  <c:v>44758</c:v>
                </c:pt>
                <c:pt idx="11">
                  <c:v>44759</c:v>
                </c:pt>
                <c:pt idx="12">
                  <c:v>44760</c:v>
                </c:pt>
                <c:pt idx="13">
                  <c:v>44761</c:v>
                </c:pt>
                <c:pt idx="14">
                  <c:v>44762</c:v>
                </c:pt>
                <c:pt idx="15">
                  <c:v>44763</c:v>
                </c:pt>
                <c:pt idx="16">
                  <c:v>44764</c:v>
                </c:pt>
                <c:pt idx="17">
                  <c:v>44765</c:v>
                </c:pt>
                <c:pt idx="18">
                  <c:v>44766</c:v>
                </c:pt>
                <c:pt idx="19">
                  <c:v>44767</c:v>
                </c:pt>
                <c:pt idx="20">
                  <c:v>44768</c:v>
                </c:pt>
                <c:pt idx="21">
                  <c:v>44769</c:v>
                </c:pt>
                <c:pt idx="22">
                  <c:v>44770</c:v>
                </c:pt>
                <c:pt idx="23">
                  <c:v>44771</c:v>
                </c:pt>
                <c:pt idx="24">
                  <c:v>44772</c:v>
                </c:pt>
                <c:pt idx="25">
                  <c:v>44773</c:v>
                </c:pt>
                <c:pt idx="26">
                  <c:v>44774</c:v>
                </c:pt>
                <c:pt idx="27">
                  <c:v>44775</c:v>
                </c:pt>
                <c:pt idx="28">
                  <c:v>44776</c:v>
                </c:pt>
                <c:pt idx="29">
                  <c:v>44777</c:v>
                </c:pt>
                <c:pt idx="30">
                  <c:v>44778</c:v>
                </c:pt>
                <c:pt idx="31">
                  <c:v>44779</c:v>
                </c:pt>
                <c:pt idx="32">
                  <c:v>44780</c:v>
                </c:pt>
                <c:pt idx="33">
                  <c:v>44781</c:v>
                </c:pt>
                <c:pt idx="34">
                  <c:v>44782</c:v>
                </c:pt>
                <c:pt idx="35">
                  <c:v>44783</c:v>
                </c:pt>
                <c:pt idx="36">
                  <c:v>44784</c:v>
                </c:pt>
                <c:pt idx="37">
                  <c:v>44785</c:v>
                </c:pt>
                <c:pt idx="38">
                  <c:v>44786</c:v>
                </c:pt>
                <c:pt idx="39">
                  <c:v>44787</c:v>
                </c:pt>
                <c:pt idx="40">
                  <c:v>44788</c:v>
                </c:pt>
                <c:pt idx="41">
                  <c:v>44789</c:v>
                </c:pt>
                <c:pt idx="42">
                  <c:v>44790</c:v>
                </c:pt>
                <c:pt idx="43">
                  <c:v>44791</c:v>
                </c:pt>
                <c:pt idx="44">
                  <c:v>44792</c:v>
                </c:pt>
                <c:pt idx="45">
                  <c:v>44793</c:v>
                </c:pt>
                <c:pt idx="46">
                  <c:v>44794</c:v>
                </c:pt>
                <c:pt idx="47">
                  <c:v>44795</c:v>
                </c:pt>
                <c:pt idx="48">
                  <c:v>44796</c:v>
                </c:pt>
                <c:pt idx="49">
                  <c:v>44797</c:v>
                </c:pt>
                <c:pt idx="50">
                  <c:v>44798</c:v>
                </c:pt>
                <c:pt idx="51">
                  <c:v>44799</c:v>
                </c:pt>
                <c:pt idx="52">
                  <c:v>44800</c:v>
                </c:pt>
                <c:pt idx="53">
                  <c:v>44801</c:v>
                </c:pt>
                <c:pt idx="54">
                  <c:v>44802</c:v>
                </c:pt>
                <c:pt idx="55">
                  <c:v>44803</c:v>
                </c:pt>
                <c:pt idx="56">
                  <c:v>44804</c:v>
                </c:pt>
                <c:pt idx="57">
                  <c:v>44805</c:v>
                </c:pt>
                <c:pt idx="58">
                  <c:v>44806</c:v>
                </c:pt>
                <c:pt idx="59">
                  <c:v>44807</c:v>
                </c:pt>
                <c:pt idx="60">
                  <c:v>44808</c:v>
                </c:pt>
                <c:pt idx="61">
                  <c:v>44809</c:v>
                </c:pt>
                <c:pt idx="62">
                  <c:v>44810</c:v>
                </c:pt>
                <c:pt idx="63">
                  <c:v>44811</c:v>
                </c:pt>
                <c:pt idx="64">
                  <c:v>44812</c:v>
                </c:pt>
                <c:pt idx="65">
                  <c:v>44813</c:v>
                </c:pt>
                <c:pt idx="66">
                  <c:v>44814</c:v>
                </c:pt>
                <c:pt idx="67">
                  <c:v>44815</c:v>
                </c:pt>
                <c:pt idx="68">
                  <c:v>44816</c:v>
                </c:pt>
                <c:pt idx="69">
                  <c:v>44817</c:v>
                </c:pt>
                <c:pt idx="70">
                  <c:v>44818</c:v>
                </c:pt>
                <c:pt idx="71">
                  <c:v>44819</c:v>
                </c:pt>
                <c:pt idx="72">
                  <c:v>44820</c:v>
                </c:pt>
                <c:pt idx="73">
                  <c:v>44821</c:v>
                </c:pt>
                <c:pt idx="74">
                  <c:v>44822</c:v>
                </c:pt>
                <c:pt idx="75">
                  <c:v>44823</c:v>
                </c:pt>
                <c:pt idx="76">
                  <c:v>44824</c:v>
                </c:pt>
                <c:pt idx="77">
                  <c:v>44825</c:v>
                </c:pt>
                <c:pt idx="78">
                  <c:v>44826</c:v>
                </c:pt>
                <c:pt idx="79">
                  <c:v>44827</c:v>
                </c:pt>
                <c:pt idx="80">
                  <c:v>44828</c:v>
                </c:pt>
                <c:pt idx="81">
                  <c:v>44829</c:v>
                </c:pt>
                <c:pt idx="82">
                  <c:v>44830</c:v>
                </c:pt>
                <c:pt idx="83">
                  <c:v>44831</c:v>
                </c:pt>
                <c:pt idx="84">
                  <c:v>44832</c:v>
                </c:pt>
                <c:pt idx="85">
                  <c:v>44833</c:v>
                </c:pt>
                <c:pt idx="86">
                  <c:v>44834</c:v>
                </c:pt>
                <c:pt idx="87">
                  <c:v>44835</c:v>
                </c:pt>
                <c:pt idx="88">
                  <c:v>44836</c:v>
                </c:pt>
                <c:pt idx="89">
                  <c:v>44837</c:v>
                </c:pt>
                <c:pt idx="90">
                  <c:v>44838</c:v>
                </c:pt>
                <c:pt idx="91">
                  <c:v>44839</c:v>
                </c:pt>
                <c:pt idx="92">
                  <c:v>44840</c:v>
                </c:pt>
                <c:pt idx="93">
                  <c:v>44841</c:v>
                </c:pt>
                <c:pt idx="94">
                  <c:v>44842</c:v>
                </c:pt>
                <c:pt idx="95">
                  <c:v>44843</c:v>
                </c:pt>
                <c:pt idx="96">
                  <c:v>44844</c:v>
                </c:pt>
                <c:pt idx="97">
                  <c:v>44845</c:v>
                </c:pt>
                <c:pt idx="98">
                  <c:v>44846</c:v>
                </c:pt>
                <c:pt idx="99">
                  <c:v>44847</c:v>
                </c:pt>
                <c:pt idx="100">
                  <c:v>44848</c:v>
                </c:pt>
                <c:pt idx="101">
                  <c:v>44849</c:v>
                </c:pt>
                <c:pt idx="102">
                  <c:v>44850</c:v>
                </c:pt>
                <c:pt idx="103">
                  <c:v>44851</c:v>
                </c:pt>
                <c:pt idx="104">
                  <c:v>44852</c:v>
                </c:pt>
                <c:pt idx="105">
                  <c:v>44853</c:v>
                </c:pt>
                <c:pt idx="106">
                  <c:v>44854</c:v>
                </c:pt>
                <c:pt idx="107">
                  <c:v>44855</c:v>
                </c:pt>
                <c:pt idx="108">
                  <c:v>44856</c:v>
                </c:pt>
                <c:pt idx="109">
                  <c:v>44857</c:v>
                </c:pt>
                <c:pt idx="110">
                  <c:v>44858</c:v>
                </c:pt>
                <c:pt idx="111">
                  <c:v>44859</c:v>
                </c:pt>
                <c:pt idx="112">
                  <c:v>44860</c:v>
                </c:pt>
                <c:pt idx="113">
                  <c:v>44861</c:v>
                </c:pt>
                <c:pt idx="114">
                  <c:v>44862</c:v>
                </c:pt>
                <c:pt idx="115">
                  <c:v>44863</c:v>
                </c:pt>
                <c:pt idx="116">
                  <c:v>44864</c:v>
                </c:pt>
                <c:pt idx="117">
                  <c:v>44865</c:v>
                </c:pt>
                <c:pt idx="118">
                  <c:v>44866</c:v>
                </c:pt>
                <c:pt idx="119">
                  <c:v>44867</c:v>
                </c:pt>
                <c:pt idx="120">
                  <c:v>44868</c:v>
                </c:pt>
                <c:pt idx="121">
                  <c:v>44869</c:v>
                </c:pt>
                <c:pt idx="122">
                  <c:v>44870</c:v>
                </c:pt>
                <c:pt idx="123">
                  <c:v>44871</c:v>
                </c:pt>
                <c:pt idx="124">
                  <c:v>44872</c:v>
                </c:pt>
                <c:pt idx="125">
                  <c:v>44873</c:v>
                </c:pt>
                <c:pt idx="126">
                  <c:v>44874</c:v>
                </c:pt>
                <c:pt idx="127">
                  <c:v>44875</c:v>
                </c:pt>
                <c:pt idx="128">
                  <c:v>44876</c:v>
                </c:pt>
                <c:pt idx="129">
                  <c:v>44877</c:v>
                </c:pt>
                <c:pt idx="130">
                  <c:v>44878</c:v>
                </c:pt>
                <c:pt idx="131">
                  <c:v>44879</c:v>
                </c:pt>
                <c:pt idx="132">
                  <c:v>44880</c:v>
                </c:pt>
                <c:pt idx="133">
                  <c:v>44881</c:v>
                </c:pt>
                <c:pt idx="134">
                  <c:v>44882</c:v>
                </c:pt>
                <c:pt idx="135">
                  <c:v>44883</c:v>
                </c:pt>
                <c:pt idx="136">
                  <c:v>44884</c:v>
                </c:pt>
                <c:pt idx="137">
                  <c:v>44885</c:v>
                </c:pt>
                <c:pt idx="138">
                  <c:v>44886</c:v>
                </c:pt>
                <c:pt idx="139">
                  <c:v>44887</c:v>
                </c:pt>
                <c:pt idx="140">
                  <c:v>44888</c:v>
                </c:pt>
                <c:pt idx="141">
                  <c:v>44889</c:v>
                </c:pt>
                <c:pt idx="142">
                  <c:v>44890</c:v>
                </c:pt>
                <c:pt idx="143">
                  <c:v>44892</c:v>
                </c:pt>
                <c:pt idx="144">
                  <c:v>44893</c:v>
                </c:pt>
                <c:pt idx="145">
                  <c:v>44894</c:v>
                </c:pt>
                <c:pt idx="146">
                  <c:v>44895</c:v>
                </c:pt>
                <c:pt idx="147">
                  <c:v>44896</c:v>
                </c:pt>
                <c:pt idx="148">
                  <c:v>44897</c:v>
                </c:pt>
                <c:pt idx="149">
                  <c:v>44898</c:v>
                </c:pt>
                <c:pt idx="150">
                  <c:v>44899</c:v>
                </c:pt>
                <c:pt idx="151">
                  <c:v>44900</c:v>
                </c:pt>
                <c:pt idx="152">
                  <c:v>44901</c:v>
                </c:pt>
                <c:pt idx="153">
                  <c:v>44902</c:v>
                </c:pt>
                <c:pt idx="154">
                  <c:v>44903</c:v>
                </c:pt>
                <c:pt idx="155">
                  <c:v>44904</c:v>
                </c:pt>
                <c:pt idx="156">
                  <c:v>44905</c:v>
                </c:pt>
                <c:pt idx="157">
                  <c:v>44906</c:v>
                </c:pt>
                <c:pt idx="158">
                  <c:v>44907</c:v>
                </c:pt>
                <c:pt idx="159">
                  <c:v>44908</c:v>
                </c:pt>
                <c:pt idx="160">
                  <c:v>44909</c:v>
                </c:pt>
                <c:pt idx="161">
                  <c:v>44910</c:v>
                </c:pt>
                <c:pt idx="162">
                  <c:v>44911</c:v>
                </c:pt>
                <c:pt idx="163">
                  <c:v>44913</c:v>
                </c:pt>
                <c:pt idx="164">
                  <c:v>44914</c:v>
                </c:pt>
                <c:pt idx="165">
                  <c:v>44915</c:v>
                </c:pt>
                <c:pt idx="166">
                  <c:v>44916</c:v>
                </c:pt>
                <c:pt idx="167">
                  <c:v>44917</c:v>
                </c:pt>
                <c:pt idx="168">
                  <c:v>44918</c:v>
                </c:pt>
                <c:pt idx="169">
                  <c:v>44919</c:v>
                </c:pt>
                <c:pt idx="170">
                  <c:v>44920</c:v>
                </c:pt>
                <c:pt idx="171">
                  <c:v>44921</c:v>
                </c:pt>
                <c:pt idx="172">
                  <c:v>44922</c:v>
                </c:pt>
                <c:pt idx="173">
                  <c:v>44923</c:v>
                </c:pt>
                <c:pt idx="174">
                  <c:v>44924</c:v>
                </c:pt>
                <c:pt idx="175">
                  <c:v>44925</c:v>
                </c:pt>
                <c:pt idx="176">
                  <c:v>44926</c:v>
                </c:pt>
                <c:pt idx="177">
                  <c:v>44927</c:v>
                </c:pt>
                <c:pt idx="178">
                  <c:v>44929</c:v>
                </c:pt>
                <c:pt idx="179">
                  <c:v>44930</c:v>
                </c:pt>
                <c:pt idx="180">
                  <c:v>44931</c:v>
                </c:pt>
                <c:pt idx="181">
                  <c:v>44932</c:v>
                </c:pt>
                <c:pt idx="182">
                  <c:v>44933</c:v>
                </c:pt>
                <c:pt idx="183">
                  <c:v>44934</c:v>
                </c:pt>
                <c:pt idx="184">
                  <c:v>44935</c:v>
                </c:pt>
                <c:pt idx="185">
                  <c:v>44936</c:v>
                </c:pt>
                <c:pt idx="186">
                  <c:v>44937</c:v>
                </c:pt>
                <c:pt idx="187">
                  <c:v>44938</c:v>
                </c:pt>
                <c:pt idx="188">
                  <c:v>44939</c:v>
                </c:pt>
                <c:pt idx="189">
                  <c:v>44940</c:v>
                </c:pt>
                <c:pt idx="190">
                  <c:v>44941</c:v>
                </c:pt>
                <c:pt idx="191">
                  <c:v>44942</c:v>
                </c:pt>
                <c:pt idx="192">
                  <c:v>44943</c:v>
                </c:pt>
                <c:pt idx="193">
                  <c:v>44944</c:v>
                </c:pt>
                <c:pt idx="194">
                  <c:v>44945</c:v>
                </c:pt>
                <c:pt idx="195">
                  <c:v>44946</c:v>
                </c:pt>
                <c:pt idx="196">
                  <c:v>44947</c:v>
                </c:pt>
                <c:pt idx="197">
                  <c:v>44948</c:v>
                </c:pt>
                <c:pt idx="198">
                  <c:v>44949</c:v>
                </c:pt>
                <c:pt idx="199">
                  <c:v>44950</c:v>
                </c:pt>
                <c:pt idx="200">
                  <c:v>44951</c:v>
                </c:pt>
                <c:pt idx="201">
                  <c:v>44952</c:v>
                </c:pt>
                <c:pt idx="202">
                  <c:v>44953</c:v>
                </c:pt>
                <c:pt idx="203">
                  <c:v>44954</c:v>
                </c:pt>
                <c:pt idx="204">
                  <c:v>44955</c:v>
                </c:pt>
                <c:pt idx="205">
                  <c:v>44956</c:v>
                </c:pt>
                <c:pt idx="206">
                  <c:v>44957</c:v>
                </c:pt>
                <c:pt idx="207">
                  <c:v>44958</c:v>
                </c:pt>
                <c:pt idx="208">
                  <c:v>44959</c:v>
                </c:pt>
                <c:pt idx="209">
                  <c:v>44960</c:v>
                </c:pt>
                <c:pt idx="210">
                  <c:v>44961</c:v>
                </c:pt>
                <c:pt idx="211">
                  <c:v>44962</c:v>
                </c:pt>
                <c:pt idx="212">
                  <c:v>44963</c:v>
                </c:pt>
                <c:pt idx="213">
                  <c:v>44964</c:v>
                </c:pt>
                <c:pt idx="214">
                  <c:v>44965</c:v>
                </c:pt>
                <c:pt idx="215">
                  <c:v>44966</c:v>
                </c:pt>
                <c:pt idx="216">
                  <c:v>44967</c:v>
                </c:pt>
                <c:pt idx="217">
                  <c:v>44968</c:v>
                </c:pt>
                <c:pt idx="218">
                  <c:v>44969</c:v>
                </c:pt>
                <c:pt idx="219">
                  <c:v>44970</c:v>
                </c:pt>
                <c:pt idx="220">
                  <c:v>44971</c:v>
                </c:pt>
                <c:pt idx="221">
                  <c:v>44972</c:v>
                </c:pt>
                <c:pt idx="222">
                  <c:v>44973</c:v>
                </c:pt>
                <c:pt idx="223">
                  <c:v>44974</c:v>
                </c:pt>
                <c:pt idx="224">
                  <c:v>44975</c:v>
                </c:pt>
                <c:pt idx="225">
                  <c:v>44976</c:v>
                </c:pt>
                <c:pt idx="226">
                  <c:v>44977</c:v>
                </c:pt>
                <c:pt idx="227">
                  <c:v>44978</c:v>
                </c:pt>
                <c:pt idx="228">
                  <c:v>44979</c:v>
                </c:pt>
                <c:pt idx="229">
                  <c:v>44980</c:v>
                </c:pt>
                <c:pt idx="230">
                  <c:v>44981</c:v>
                </c:pt>
                <c:pt idx="231">
                  <c:v>44982</c:v>
                </c:pt>
                <c:pt idx="232">
                  <c:v>44983</c:v>
                </c:pt>
                <c:pt idx="233">
                  <c:v>44984</c:v>
                </c:pt>
                <c:pt idx="234">
                  <c:v>44985</c:v>
                </c:pt>
                <c:pt idx="235">
                  <c:v>44986</c:v>
                </c:pt>
                <c:pt idx="236">
                  <c:v>44987</c:v>
                </c:pt>
                <c:pt idx="237">
                  <c:v>44988</c:v>
                </c:pt>
                <c:pt idx="238">
                  <c:v>44989</c:v>
                </c:pt>
                <c:pt idx="239">
                  <c:v>44990</c:v>
                </c:pt>
                <c:pt idx="240">
                  <c:v>44991</c:v>
                </c:pt>
                <c:pt idx="241">
                  <c:v>44992</c:v>
                </c:pt>
                <c:pt idx="242">
                  <c:v>44993</c:v>
                </c:pt>
                <c:pt idx="243">
                  <c:v>44994</c:v>
                </c:pt>
                <c:pt idx="244">
                  <c:v>44995</c:v>
                </c:pt>
                <c:pt idx="245">
                  <c:v>44996</c:v>
                </c:pt>
                <c:pt idx="246">
                  <c:v>44997</c:v>
                </c:pt>
                <c:pt idx="247">
                  <c:v>44998</c:v>
                </c:pt>
                <c:pt idx="248">
                  <c:v>44999</c:v>
                </c:pt>
                <c:pt idx="249">
                  <c:v>45000</c:v>
                </c:pt>
                <c:pt idx="250">
                  <c:v>45001</c:v>
                </c:pt>
                <c:pt idx="251">
                  <c:v>45002</c:v>
                </c:pt>
                <c:pt idx="252">
                  <c:v>45003</c:v>
                </c:pt>
                <c:pt idx="253">
                  <c:v>45004</c:v>
                </c:pt>
                <c:pt idx="254">
                  <c:v>45005</c:v>
                </c:pt>
                <c:pt idx="255">
                  <c:v>45006</c:v>
                </c:pt>
                <c:pt idx="256">
                  <c:v>45007</c:v>
                </c:pt>
                <c:pt idx="257">
                  <c:v>45008</c:v>
                </c:pt>
                <c:pt idx="258">
                  <c:v>45009</c:v>
                </c:pt>
                <c:pt idx="259">
                  <c:v>45010</c:v>
                </c:pt>
                <c:pt idx="260">
                  <c:v>45011</c:v>
                </c:pt>
                <c:pt idx="261">
                  <c:v>45012</c:v>
                </c:pt>
                <c:pt idx="262">
                  <c:v>45013</c:v>
                </c:pt>
                <c:pt idx="263">
                  <c:v>45014</c:v>
                </c:pt>
                <c:pt idx="264">
                  <c:v>45015</c:v>
                </c:pt>
                <c:pt idx="265">
                  <c:v>45016</c:v>
                </c:pt>
                <c:pt idx="266">
                  <c:v>45017</c:v>
                </c:pt>
                <c:pt idx="267">
                  <c:v>45018</c:v>
                </c:pt>
                <c:pt idx="268">
                  <c:v>45019</c:v>
                </c:pt>
                <c:pt idx="269">
                  <c:v>45020</c:v>
                </c:pt>
                <c:pt idx="270">
                  <c:v>45021</c:v>
                </c:pt>
                <c:pt idx="271">
                  <c:v>45022</c:v>
                </c:pt>
                <c:pt idx="272">
                  <c:v>45023</c:v>
                </c:pt>
                <c:pt idx="273">
                  <c:v>45024</c:v>
                </c:pt>
                <c:pt idx="274">
                  <c:v>45025</c:v>
                </c:pt>
                <c:pt idx="275">
                  <c:v>45026</c:v>
                </c:pt>
                <c:pt idx="276">
                  <c:v>45027</c:v>
                </c:pt>
                <c:pt idx="277">
                  <c:v>45028</c:v>
                </c:pt>
                <c:pt idx="278">
                  <c:v>45029</c:v>
                </c:pt>
                <c:pt idx="279">
                  <c:v>45030</c:v>
                </c:pt>
                <c:pt idx="280">
                  <c:v>45031</c:v>
                </c:pt>
                <c:pt idx="281">
                  <c:v>45032</c:v>
                </c:pt>
                <c:pt idx="282">
                  <c:v>45033</c:v>
                </c:pt>
                <c:pt idx="283">
                  <c:v>45034</c:v>
                </c:pt>
                <c:pt idx="284">
                  <c:v>45035</c:v>
                </c:pt>
                <c:pt idx="285">
                  <c:v>45036</c:v>
                </c:pt>
                <c:pt idx="286">
                  <c:v>45037</c:v>
                </c:pt>
                <c:pt idx="287">
                  <c:v>45038</c:v>
                </c:pt>
                <c:pt idx="288">
                  <c:v>45039</c:v>
                </c:pt>
                <c:pt idx="289">
                  <c:v>45040</c:v>
                </c:pt>
                <c:pt idx="290">
                  <c:v>45041</c:v>
                </c:pt>
                <c:pt idx="291">
                  <c:v>45042</c:v>
                </c:pt>
                <c:pt idx="292">
                  <c:v>45043</c:v>
                </c:pt>
                <c:pt idx="293">
                  <c:v>45044</c:v>
                </c:pt>
                <c:pt idx="294">
                  <c:v>45045</c:v>
                </c:pt>
                <c:pt idx="295">
                  <c:v>45046</c:v>
                </c:pt>
              </c:numCache>
            </c:numRef>
          </c:cat>
          <c:val>
            <c:numRef>
              <c:f>Лист1!$D$2:$D$297</c:f>
              <c:numCache>
                <c:formatCode>#,##0</c:formatCode>
                <c:ptCount val="296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3</c:v>
                </c:pt>
                <c:pt idx="8">
                  <c:v>5</c:v>
                </c:pt>
                <c:pt idx="9">
                  <c:v>4</c:v>
                </c:pt>
                <c:pt idx="10">
                  <c:v>5</c:v>
                </c:pt>
                <c:pt idx="11">
                  <c:v>2</c:v>
                </c:pt>
                <c:pt idx="12">
                  <c:v>1</c:v>
                </c:pt>
                <c:pt idx="13">
                  <c:v>5</c:v>
                </c:pt>
                <c:pt idx="14">
                  <c:v>2</c:v>
                </c:pt>
                <c:pt idx="15">
                  <c:v>7</c:v>
                </c:pt>
                <c:pt idx="16">
                  <c:v>7</c:v>
                </c:pt>
                <c:pt idx="17">
                  <c:v>6</c:v>
                </c:pt>
                <c:pt idx="18">
                  <c:v>2</c:v>
                </c:pt>
                <c:pt idx="19">
                  <c:v>4</c:v>
                </c:pt>
                <c:pt idx="20">
                  <c:v>5</c:v>
                </c:pt>
                <c:pt idx="21">
                  <c:v>4</c:v>
                </c:pt>
                <c:pt idx="22">
                  <c:v>8</c:v>
                </c:pt>
                <c:pt idx="23">
                  <c:v>9</c:v>
                </c:pt>
                <c:pt idx="24">
                  <c:v>7</c:v>
                </c:pt>
                <c:pt idx="25">
                  <c:v>7</c:v>
                </c:pt>
                <c:pt idx="26">
                  <c:v>6</c:v>
                </c:pt>
                <c:pt idx="27">
                  <c:v>7</c:v>
                </c:pt>
                <c:pt idx="28">
                  <c:v>7</c:v>
                </c:pt>
                <c:pt idx="29">
                  <c:v>9</c:v>
                </c:pt>
                <c:pt idx="30">
                  <c:v>4</c:v>
                </c:pt>
                <c:pt idx="31">
                  <c:v>5</c:v>
                </c:pt>
                <c:pt idx="32">
                  <c:v>5</c:v>
                </c:pt>
                <c:pt idx="33">
                  <c:v>2</c:v>
                </c:pt>
                <c:pt idx="34">
                  <c:v>5</c:v>
                </c:pt>
                <c:pt idx="35">
                  <c:v>5</c:v>
                </c:pt>
                <c:pt idx="36">
                  <c:v>6</c:v>
                </c:pt>
                <c:pt idx="37">
                  <c:v>3</c:v>
                </c:pt>
                <c:pt idx="38">
                  <c:v>6</c:v>
                </c:pt>
                <c:pt idx="39">
                  <c:v>5</c:v>
                </c:pt>
                <c:pt idx="40">
                  <c:v>6</c:v>
                </c:pt>
                <c:pt idx="41">
                  <c:v>8</c:v>
                </c:pt>
                <c:pt idx="42">
                  <c:v>7</c:v>
                </c:pt>
                <c:pt idx="43">
                  <c:v>7</c:v>
                </c:pt>
                <c:pt idx="44">
                  <c:v>3</c:v>
                </c:pt>
                <c:pt idx="45">
                  <c:v>5</c:v>
                </c:pt>
                <c:pt idx="46">
                  <c:v>3</c:v>
                </c:pt>
                <c:pt idx="47">
                  <c:v>3</c:v>
                </c:pt>
                <c:pt idx="48">
                  <c:v>5</c:v>
                </c:pt>
                <c:pt idx="49">
                  <c:v>3</c:v>
                </c:pt>
                <c:pt idx="50">
                  <c:v>4</c:v>
                </c:pt>
                <c:pt idx="51">
                  <c:v>4</c:v>
                </c:pt>
                <c:pt idx="52">
                  <c:v>8</c:v>
                </c:pt>
                <c:pt idx="53">
                  <c:v>7</c:v>
                </c:pt>
                <c:pt idx="54">
                  <c:v>4</c:v>
                </c:pt>
                <c:pt idx="55">
                  <c:v>5</c:v>
                </c:pt>
                <c:pt idx="56">
                  <c:v>4</c:v>
                </c:pt>
                <c:pt idx="57">
                  <c:v>1</c:v>
                </c:pt>
                <c:pt idx="58">
                  <c:v>4</c:v>
                </c:pt>
                <c:pt idx="59">
                  <c:v>6</c:v>
                </c:pt>
                <c:pt idx="60">
                  <c:v>3</c:v>
                </c:pt>
                <c:pt idx="61">
                  <c:v>7</c:v>
                </c:pt>
                <c:pt idx="62">
                  <c:v>2</c:v>
                </c:pt>
                <c:pt idx="63">
                  <c:v>3</c:v>
                </c:pt>
                <c:pt idx="64">
                  <c:v>5</c:v>
                </c:pt>
                <c:pt idx="65">
                  <c:v>2</c:v>
                </c:pt>
                <c:pt idx="66">
                  <c:v>6</c:v>
                </c:pt>
                <c:pt idx="67">
                  <c:v>4</c:v>
                </c:pt>
                <c:pt idx="68">
                  <c:v>5</c:v>
                </c:pt>
                <c:pt idx="69">
                  <c:v>4</c:v>
                </c:pt>
                <c:pt idx="70">
                  <c:v>7</c:v>
                </c:pt>
                <c:pt idx="71">
                  <c:v>5</c:v>
                </c:pt>
                <c:pt idx="72">
                  <c:v>6</c:v>
                </c:pt>
                <c:pt idx="73">
                  <c:v>5</c:v>
                </c:pt>
                <c:pt idx="74">
                  <c:v>4</c:v>
                </c:pt>
                <c:pt idx="75">
                  <c:v>4</c:v>
                </c:pt>
                <c:pt idx="76">
                  <c:v>5</c:v>
                </c:pt>
                <c:pt idx="77">
                  <c:v>7</c:v>
                </c:pt>
                <c:pt idx="78">
                  <c:v>6</c:v>
                </c:pt>
                <c:pt idx="79">
                  <c:v>8</c:v>
                </c:pt>
                <c:pt idx="80">
                  <c:v>3</c:v>
                </c:pt>
                <c:pt idx="81">
                  <c:v>8</c:v>
                </c:pt>
                <c:pt idx="82">
                  <c:v>5</c:v>
                </c:pt>
                <c:pt idx="83">
                  <c:v>8</c:v>
                </c:pt>
                <c:pt idx="84">
                  <c:v>8</c:v>
                </c:pt>
                <c:pt idx="85">
                  <c:v>3</c:v>
                </c:pt>
                <c:pt idx="86">
                  <c:v>7</c:v>
                </c:pt>
                <c:pt idx="87">
                  <c:v>5</c:v>
                </c:pt>
                <c:pt idx="88">
                  <c:v>6</c:v>
                </c:pt>
                <c:pt idx="89">
                  <c:v>6</c:v>
                </c:pt>
                <c:pt idx="90">
                  <c:v>4</c:v>
                </c:pt>
                <c:pt idx="91">
                  <c:v>5</c:v>
                </c:pt>
                <c:pt idx="92">
                  <c:v>6</c:v>
                </c:pt>
                <c:pt idx="93">
                  <c:v>3</c:v>
                </c:pt>
                <c:pt idx="94">
                  <c:v>4</c:v>
                </c:pt>
                <c:pt idx="95">
                  <c:v>4</c:v>
                </c:pt>
                <c:pt idx="96">
                  <c:v>6</c:v>
                </c:pt>
                <c:pt idx="97">
                  <c:v>3</c:v>
                </c:pt>
                <c:pt idx="98">
                  <c:v>9</c:v>
                </c:pt>
                <c:pt idx="99">
                  <c:v>4</c:v>
                </c:pt>
                <c:pt idx="100">
                  <c:v>7</c:v>
                </c:pt>
                <c:pt idx="101">
                  <c:v>5</c:v>
                </c:pt>
                <c:pt idx="102">
                  <c:v>6</c:v>
                </c:pt>
                <c:pt idx="103">
                  <c:v>4</c:v>
                </c:pt>
                <c:pt idx="104">
                  <c:v>6</c:v>
                </c:pt>
                <c:pt idx="105">
                  <c:v>8</c:v>
                </c:pt>
                <c:pt idx="106">
                  <c:v>3</c:v>
                </c:pt>
                <c:pt idx="107">
                  <c:v>6</c:v>
                </c:pt>
                <c:pt idx="108">
                  <c:v>6</c:v>
                </c:pt>
                <c:pt idx="109">
                  <c:v>3</c:v>
                </c:pt>
                <c:pt idx="110">
                  <c:v>2</c:v>
                </c:pt>
                <c:pt idx="111">
                  <c:v>7</c:v>
                </c:pt>
                <c:pt idx="112">
                  <c:v>1</c:v>
                </c:pt>
                <c:pt idx="113">
                  <c:v>4</c:v>
                </c:pt>
                <c:pt idx="114">
                  <c:v>6</c:v>
                </c:pt>
                <c:pt idx="115">
                  <c:v>4</c:v>
                </c:pt>
                <c:pt idx="116">
                  <c:v>9</c:v>
                </c:pt>
                <c:pt idx="117">
                  <c:v>7</c:v>
                </c:pt>
                <c:pt idx="118">
                  <c:v>4</c:v>
                </c:pt>
                <c:pt idx="119">
                  <c:v>5</c:v>
                </c:pt>
                <c:pt idx="120">
                  <c:v>6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6</c:v>
                </c:pt>
                <c:pt idx="125">
                  <c:v>4</c:v>
                </c:pt>
                <c:pt idx="126">
                  <c:v>5</c:v>
                </c:pt>
                <c:pt idx="127">
                  <c:v>3</c:v>
                </c:pt>
                <c:pt idx="128">
                  <c:v>5</c:v>
                </c:pt>
                <c:pt idx="129">
                  <c:v>7</c:v>
                </c:pt>
                <c:pt idx="130">
                  <c:v>6</c:v>
                </c:pt>
                <c:pt idx="131">
                  <c:v>4</c:v>
                </c:pt>
                <c:pt idx="132">
                  <c:v>10</c:v>
                </c:pt>
                <c:pt idx="133">
                  <c:v>5</c:v>
                </c:pt>
                <c:pt idx="134">
                  <c:v>4</c:v>
                </c:pt>
                <c:pt idx="135">
                  <c:v>5</c:v>
                </c:pt>
                <c:pt idx="136">
                  <c:v>2</c:v>
                </c:pt>
                <c:pt idx="137">
                  <c:v>8</c:v>
                </c:pt>
                <c:pt idx="138">
                  <c:v>4</c:v>
                </c:pt>
                <c:pt idx="139">
                  <c:v>3</c:v>
                </c:pt>
                <c:pt idx="140">
                  <c:v>2</c:v>
                </c:pt>
                <c:pt idx="141">
                  <c:v>5</c:v>
                </c:pt>
                <c:pt idx="142">
                  <c:v>2</c:v>
                </c:pt>
                <c:pt idx="143">
                  <c:v>4</c:v>
                </c:pt>
                <c:pt idx="144">
                  <c:v>3</c:v>
                </c:pt>
                <c:pt idx="145">
                  <c:v>1</c:v>
                </c:pt>
                <c:pt idx="146">
                  <c:v>6</c:v>
                </c:pt>
                <c:pt idx="147">
                  <c:v>3</c:v>
                </c:pt>
                <c:pt idx="148">
                  <c:v>4</c:v>
                </c:pt>
                <c:pt idx="149">
                  <c:v>1</c:v>
                </c:pt>
                <c:pt idx="150">
                  <c:v>1</c:v>
                </c:pt>
                <c:pt idx="151">
                  <c:v>2</c:v>
                </c:pt>
                <c:pt idx="152">
                  <c:v>3</c:v>
                </c:pt>
                <c:pt idx="153">
                  <c:v>1</c:v>
                </c:pt>
                <c:pt idx="154">
                  <c:v>3</c:v>
                </c:pt>
                <c:pt idx="155">
                  <c:v>5</c:v>
                </c:pt>
                <c:pt idx="156">
                  <c:v>1</c:v>
                </c:pt>
                <c:pt idx="157">
                  <c:v>2</c:v>
                </c:pt>
                <c:pt idx="158">
                  <c:v>4</c:v>
                </c:pt>
                <c:pt idx="159">
                  <c:v>4</c:v>
                </c:pt>
                <c:pt idx="160">
                  <c:v>2</c:v>
                </c:pt>
                <c:pt idx="161">
                  <c:v>3</c:v>
                </c:pt>
                <c:pt idx="162">
                  <c:v>2</c:v>
                </c:pt>
                <c:pt idx="163">
                  <c:v>2</c:v>
                </c:pt>
                <c:pt idx="164">
                  <c:v>2</c:v>
                </c:pt>
                <c:pt idx="165">
                  <c:v>2</c:v>
                </c:pt>
                <c:pt idx="166">
                  <c:v>3</c:v>
                </c:pt>
                <c:pt idx="167">
                  <c:v>2</c:v>
                </c:pt>
                <c:pt idx="168">
                  <c:v>3</c:v>
                </c:pt>
                <c:pt idx="169">
                  <c:v>1</c:v>
                </c:pt>
                <c:pt idx="170">
                  <c:v>7</c:v>
                </c:pt>
                <c:pt idx="171">
                  <c:v>4</c:v>
                </c:pt>
                <c:pt idx="172">
                  <c:v>2</c:v>
                </c:pt>
                <c:pt idx="173">
                  <c:v>3</c:v>
                </c:pt>
                <c:pt idx="174">
                  <c:v>3</c:v>
                </c:pt>
                <c:pt idx="175">
                  <c:v>2</c:v>
                </c:pt>
                <c:pt idx="176">
                  <c:v>2</c:v>
                </c:pt>
                <c:pt idx="177">
                  <c:v>2</c:v>
                </c:pt>
                <c:pt idx="178">
                  <c:v>6</c:v>
                </c:pt>
                <c:pt idx="179">
                  <c:v>4</c:v>
                </c:pt>
                <c:pt idx="180">
                  <c:v>5</c:v>
                </c:pt>
                <c:pt idx="181">
                  <c:v>3</c:v>
                </c:pt>
                <c:pt idx="182">
                  <c:v>5</c:v>
                </c:pt>
                <c:pt idx="183">
                  <c:v>2</c:v>
                </c:pt>
                <c:pt idx="184">
                  <c:v>9</c:v>
                </c:pt>
                <c:pt idx="185">
                  <c:v>7</c:v>
                </c:pt>
                <c:pt idx="186">
                  <c:v>9</c:v>
                </c:pt>
                <c:pt idx="187">
                  <c:v>5</c:v>
                </c:pt>
                <c:pt idx="188">
                  <c:v>8</c:v>
                </c:pt>
                <c:pt idx="189">
                  <c:v>16</c:v>
                </c:pt>
                <c:pt idx="190">
                  <c:v>11</c:v>
                </c:pt>
                <c:pt idx="191">
                  <c:v>7</c:v>
                </c:pt>
                <c:pt idx="192">
                  <c:v>7</c:v>
                </c:pt>
                <c:pt idx="193">
                  <c:v>10</c:v>
                </c:pt>
                <c:pt idx="194">
                  <c:v>9</c:v>
                </c:pt>
                <c:pt idx="195">
                  <c:v>12</c:v>
                </c:pt>
                <c:pt idx="196">
                  <c:v>9</c:v>
                </c:pt>
                <c:pt idx="197">
                  <c:v>10</c:v>
                </c:pt>
                <c:pt idx="198">
                  <c:v>16</c:v>
                </c:pt>
                <c:pt idx="199">
                  <c:v>16</c:v>
                </c:pt>
                <c:pt idx="200">
                  <c:v>11</c:v>
                </c:pt>
                <c:pt idx="201">
                  <c:v>11</c:v>
                </c:pt>
                <c:pt idx="202">
                  <c:v>9</c:v>
                </c:pt>
                <c:pt idx="203">
                  <c:v>17</c:v>
                </c:pt>
                <c:pt idx="204">
                  <c:v>15</c:v>
                </c:pt>
                <c:pt idx="205">
                  <c:v>14</c:v>
                </c:pt>
                <c:pt idx="206">
                  <c:v>16</c:v>
                </c:pt>
                <c:pt idx="207">
                  <c:v>16</c:v>
                </c:pt>
                <c:pt idx="208">
                  <c:v>12</c:v>
                </c:pt>
                <c:pt idx="209">
                  <c:v>16</c:v>
                </c:pt>
                <c:pt idx="210">
                  <c:v>13</c:v>
                </c:pt>
                <c:pt idx="211">
                  <c:v>13</c:v>
                </c:pt>
                <c:pt idx="212">
                  <c:v>16</c:v>
                </c:pt>
                <c:pt idx="213">
                  <c:v>12</c:v>
                </c:pt>
                <c:pt idx="214">
                  <c:v>15</c:v>
                </c:pt>
                <c:pt idx="215">
                  <c:v>20</c:v>
                </c:pt>
                <c:pt idx="216">
                  <c:v>17</c:v>
                </c:pt>
                <c:pt idx="217">
                  <c:v>12</c:v>
                </c:pt>
                <c:pt idx="218">
                  <c:v>13</c:v>
                </c:pt>
                <c:pt idx="219">
                  <c:v>13</c:v>
                </c:pt>
                <c:pt idx="220">
                  <c:v>11</c:v>
                </c:pt>
                <c:pt idx="221">
                  <c:v>20</c:v>
                </c:pt>
                <c:pt idx="222">
                  <c:v>16</c:v>
                </c:pt>
                <c:pt idx="223">
                  <c:v>14</c:v>
                </c:pt>
                <c:pt idx="224">
                  <c:v>17</c:v>
                </c:pt>
                <c:pt idx="225">
                  <c:v>12</c:v>
                </c:pt>
                <c:pt idx="226">
                  <c:v>10</c:v>
                </c:pt>
                <c:pt idx="227">
                  <c:v>9</c:v>
                </c:pt>
                <c:pt idx="228">
                  <c:v>16</c:v>
                </c:pt>
                <c:pt idx="229">
                  <c:v>11</c:v>
                </c:pt>
                <c:pt idx="230">
                  <c:v>16</c:v>
                </c:pt>
                <c:pt idx="231">
                  <c:v>16</c:v>
                </c:pt>
                <c:pt idx="232">
                  <c:v>17</c:v>
                </c:pt>
                <c:pt idx="233">
                  <c:v>14</c:v>
                </c:pt>
                <c:pt idx="234">
                  <c:v>18</c:v>
                </c:pt>
                <c:pt idx="235">
                  <c:v>10</c:v>
                </c:pt>
                <c:pt idx="236">
                  <c:v>21</c:v>
                </c:pt>
                <c:pt idx="237">
                  <c:v>23</c:v>
                </c:pt>
                <c:pt idx="238">
                  <c:v>24</c:v>
                </c:pt>
                <c:pt idx="239">
                  <c:v>14</c:v>
                </c:pt>
                <c:pt idx="240">
                  <c:v>14</c:v>
                </c:pt>
                <c:pt idx="241">
                  <c:v>16</c:v>
                </c:pt>
                <c:pt idx="242">
                  <c:v>20</c:v>
                </c:pt>
                <c:pt idx="243">
                  <c:v>20</c:v>
                </c:pt>
                <c:pt idx="244">
                  <c:v>27</c:v>
                </c:pt>
                <c:pt idx="245">
                  <c:v>26</c:v>
                </c:pt>
                <c:pt idx="246">
                  <c:v>17</c:v>
                </c:pt>
                <c:pt idx="247">
                  <c:v>17</c:v>
                </c:pt>
                <c:pt idx="248">
                  <c:v>17</c:v>
                </c:pt>
                <c:pt idx="249">
                  <c:v>19</c:v>
                </c:pt>
                <c:pt idx="250">
                  <c:v>31</c:v>
                </c:pt>
                <c:pt idx="251">
                  <c:v>19</c:v>
                </c:pt>
                <c:pt idx="252">
                  <c:v>29</c:v>
                </c:pt>
                <c:pt idx="253">
                  <c:v>26</c:v>
                </c:pt>
                <c:pt idx="254">
                  <c:v>21</c:v>
                </c:pt>
                <c:pt idx="255">
                  <c:v>23</c:v>
                </c:pt>
                <c:pt idx="256">
                  <c:v>17</c:v>
                </c:pt>
                <c:pt idx="257">
                  <c:v>15</c:v>
                </c:pt>
                <c:pt idx="258">
                  <c:v>16</c:v>
                </c:pt>
                <c:pt idx="259">
                  <c:v>21</c:v>
                </c:pt>
                <c:pt idx="260">
                  <c:v>22</c:v>
                </c:pt>
                <c:pt idx="261">
                  <c:v>26</c:v>
                </c:pt>
                <c:pt idx="262">
                  <c:v>29</c:v>
                </c:pt>
                <c:pt idx="263">
                  <c:v>26</c:v>
                </c:pt>
                <c:pt idx="264">
                  <c:v>24</c:v>
                </c:pt>
                <c:pt idx="265">
                  <c:v>23</c:v>
                </c:pt>
                <c:pt idx="266">
                  <c:v>27</c:v>
                </c:pt>
                <c:pt idx="267">
                  <c:v>29</c:v>
                </c:pt>
                <c:pt idx="268">
                  <c:v>31</c:v>
                </c:pt>
                <c:pt idx="269">
                  <c:v>39</c:v>
                </c:pt>
                <c:pt idx="270">
                  <c:v>24</c:v>
                </c:pt>
                <c:pt idx="271">
                  <c:v>30</c:v>
                </c:pt>
                <c:pt idx="272">
                  <c:v>32</c:v>
                </c:pt>
                <c:pt idx="273">
                  <c:v>30</c:v>
                </c:pt>
                <c:pt idx="274">
                  <c:v>30</c:v>
                </c:pt>
                <c:pt idx="275">
                  <c:v>18</c:v>
                </c:pt>
                <c:pt idx="276">
                  <c:v>25</c:v>
                </c:pt>
                <c:pt idx="277">
                  <c:v>24</c:v>
                </c:pt>
                <c:pt idx="278">
                  <c:v>24</c:v>
                </c:pt>
                <c:pt idx="279">
                  <c:v>23</c:v>
                </c:pt>
                <c:pt idx="280">
                  <c:v>28</c:v>
                </c:pt>
                <c:pt idx="281">
                  <c:v>26</c:v>
                </c:pt>
                <c:pt idx="282">
                  <c:v>20</c:v>
                </c:pt>
                <c:pt idx="283">
                  <c:v>31</c:v>
                </c:pt>
                <c:pt idx="284">
                  <c:v>17</c:v>
                </c:pt>
                <c:pt idx="285">
                  <c:v>19</c:v>
                </c:pt>
                <c:pt idx="286">
                  <c:v>14</c:v>
                </c:pt>
                <c:pt idx="287">
                  <c:v>14</c:v>
                </c:pt>
                <c:pt idx="288">
                  <c:v>14</c:v>
                </c:pt>
                <c:pt idx="289">
                  <c:v>12</c:v>
                </c:pt>
                <c:pt idx="290">
                  <c:v>11</c:v>
                </c:pt>
                <c:pt idx="291">
                  <c:v>9</c:v>
                </c:pt>
                <c:pt idx="292">
                  <c:v>7</c:v>
                </c:pt>
                <c:pt idx="293">
                  <c:v>9</c:v>
                </c:pt>
                <c:pt idx="294">
                  <c:v>8</c:v>
                </c:pt>
                <c:pt idx="295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1E-4875-9D54-59AD929D5FD6}"/>
            </c:ext>
          </c:extLst>
        </c:ser>
        <c:ser>
          <c:idx val="1"/>
          <c:order val="1"/>
          <c:tx>
            <c:strRef>
              <c:f>Лист1!$E$1</c:f>
              <c:strCache>
                <c:ptCount val="1"/>
                <c:pt idx="0">
                  <c:v>LWAU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Лист1!$C$2:$C$297</c:f>
              <c:numCache>
                <c:formatCode>m/d/yyyy</c:formatCode>
                <c:ptCount val="296"/>
                <c:pt idx="0">
                  <c:v>44747</c:v>
                </c:pt>
                <c:pt idx="1">
                  <c:v>44749</c:v>
                </c:pt>
                <c:pt idx="2">
                  <c:v>44750</c:v>
                </c:pt>
                <c:pt idx="3">
                  <c:v>44751</c:v>
                </c:pt>
                <c:pt idx="4">
                  <c:v>44752</c:v>
                </c:pt>
                <c:pt idx="5">
                  <c:v>44753</c:v>
                </c:pt>
                <c:pt idx="6">
                  <c:v>44754</c:v>
                </c:pt>
                <c:pt idx="7">
                  <c:v>44755</c:v>
                </c:pt>
                <c:pt idx="8">
                  <c:v>44756</c:v>
                </c:pt>
                <c:pt idx="9">
                  <c:v>44757</c:v>
                </c:pt>
                <c:pt idx="10">
                  <c:v>44758</c:v>
                </c:pt>
                <c:pt idx="11">
                  <c:v>44759</c:v>
                </c:pt>
                <c:pt idx="12">
                  <c:v>44760</c:v>
                </c:pt>
                <c:pt idx="13">
                  <c:v>44761</c:v>
                </c:pt>
                <c:pt idx="14">
                  <c:v>44762</c:v>
                </c:pt>
                <c:pt idx="15">
                  <c:v>44763</c:v>
                </c:pt>
                <c:pt idx="16">
                  <c:v>44764</c:v>
                </c:pt>
                <c:pt idx="17">
                  <c:v>44765</c:v>
                </c:pt>
                <c:pt idx="18">
                  <c:v>44766</c:v>
                </c:pt>
                <c:pt idx="19">
                  <c:v>44767</c:v>
                </c:pt>
                <c:pt idx="20">
                  <c:v>44768</c:v>
                </c:pt>
                <c:pt idx="21">
                  <c:v>44769</c:v>
                </c:pt>
                <c:pt idx="22">
                  <c:v>44770</c:v>
                </c:pt>
                <c:pt idx="23">
                  <c:v>44771</c:v>
                </c:pt>
                <c:pt idx="24">
                  <c:v>44772</c:v>
                </c:pt>
                <c:pt idx="25">
                  <c:v>44773</c:v>
                </c:pt>
                <c:pt idx="26">
                  <c:v>44774</c:v>
                </c:pt>
                <c:pt idx="27">
                  <c:v>44775</c:v>
                </c:pt>
                <c:pt idx="28">
                  <c:v>44776</c:v>
                </c:pt>
                <c:pt idx="29">
                  <c:v>44777</c:v>
                </c:pt>
                <c:pt idx="30">
                  <c:v>44778</c:v>
                </c:pt>
                <c:pt idx="31">
                  <c:v>44779</c:v>
                </c:pt>
                <c:pt idx="32">
                  <c:v>44780</c:v>
                </c:pt>
                <c:pt idx="33">
                  <c:v>44781</c:v>
                </c:pt>
                <c:pt idx="34">
                  <c:v>44782</c:v>
                </c:pt>
                <c:pt idx="35">
                  <c:v>44783</c:v>
                </c:pt>
                <c:pt idx="36">
                  <c:v>44784</c:v>
                </c:pt>
                <c:pt idx="37">
                  <c:v>44785</c:v>
                </c:pt>
                <c:pt idx="38">
                  <c:v>44786</c:v>
                </c:pt>
                <c:pt idx="39">
                  <c:v>44787</c:v>
                </c:pt>
                <c:pt idx="40">
                  <c:v>44788</c:v>
                </c:pt>
                <c:pt idx="41">
                  <c:v>44789</c:v>
                </c:pt>
                <c:pt idx="42">
                  <c:v>44790</c:v>
                </c:pt>
                <c:pt idx="43">
                  <c:v>44791</c:v>
                </c:pt>
                <c:pt idx="44">
                  <c:v>44792</c:v>
                </c:pt>
                <c:pt idx="45">
                  <c:v>44793</c:v>
                </c:pt>
                <c:pt idx="46">
                  <c:v>44794</c:v>
                </c:pt>
                <c:pt idx="47">
                  <c:v>44795</c:v>
                </c:pt>
                <c:pt idx="48">
                  <c:v>44796</c:v>
                </c:pt>
                <c:pt idx="49">
                  <c:v>44797</c:v>
                </c:pt>
                <c:pt idx="50">
                  <c:v>44798</c:v>
                </c:pt>
                <c:pt idx="51">
                  <c:v>44799</c:v>
                </c:pt>
                <c:pt idx="52">
                  <c:v>44800</c:v>
                </c:pt>
                <c:pt idx="53">
                  <c:v>44801</c:v>
                </c:pt>
                <c:pt idx="54">
                  <c:v>44802</c:v>
                </c:pt>
                <c:pt idx="55">
                  <c:v>44803</c:v>
                </c:pt>
                <c:pt idx="56">
                  <c:v>44804</c:v>
                </c:pt>
                <c:pt idx="57">
                  <c:v>44805</c:v>
                </c:pt>
                <c:pt idx="58">
                  <c:v>44806</c:v>
                </c:pt>
                <c:pt idx="59">
                  <c:v>44807</c:v>
                </c:pt>
                <c:pt idx="60">
                  <c:v>44808</c:v>
                </c:pt>
                <c:pt idx="61">
                  <c:v>44809</c:v>
                </c:pt>
                <c:pt idx="62">
                  <c:v>44810</c:v>
                </c:pt>
                <c:pt idx="63">
                  <c:v>44811</c:v>
                </c:pt>
                <c:pt idx="64">
                  <c:v>44812</c:v>
                </c:pt>
                <c:pt idx="65">
                  <c:v>44813</c:v>
                </c:pt>
                <c:pt idx="66">
                  <c:v>44814</c:v>
                </c:pt>
                <c:pt idx="67">
                  <c:v>44815</c:v>
                </c:pt>
                <c:pt idx="68">
                  <c:v>44816</c:v>
                </c:pt>
                <c:pt idx="69">
                  <c:v>44817</c:v>
                </c:pt>
                <c:pt idx="70">
                  <c:v>44818</c:v>
                </c:pt>
                <c:pt idx="71">
                  <c:v>44819</c:v>
                </c:pt>
                <c:pt idx="72">
                  <c:v>44820</c:v>
                </c:pt>
                <c:pt idx="73">
                  <c:v>44821</c:v>
                </c:pt>
                <c:pt idx="74">
                  <c:v>44822</c:v>
                </c:pt>
                <c:pt idx="75">
                  <c:v>44823</c:v>
                </c:pt>
                <c:pt idx="76">
                  <c:v>44824</c:v>
                </c:pt>
                <c:pt idx="77">
                  <c:v>44825</c:v>
                </c:pt>
                <c:pt idx="78">
                  <c:v>44826</c:v>
                </c:pt>
                <c:pt idx="79">
                  <c:v>44827</c:v>
                </c:pt>
                <c:pt idx="80">
                  <c:v>44828</c:v>
                </c:pt>
                <c:pt idx="81">
                  <c:v>44829</c:v>
                </c:pt>
                <c:pt idx="82">
                  <c:v>44830</c:v>
                </c:pt>
                <c:pt idx="83">
                  <c:v>44831</c:v>
                </c:pt>
                <c:pt idx="84">
                  <c:v>44832</c:v>
                </c:pt>
                <c:pt idx="85">
                  <c:v>44833</c:v>
                </c:pt>
                <c:pt idx="86">
                  <c:v>44834</c:v>
                </c:pt>
                <c:pt idx="87">
                  <c:v>44835</c:v>
                </c:pt>
                <c:pt idx="88">
                  <c:v>44836</c:v>
                </c:pt>
                <c:pt idx="89">
                  <c:v>44837</c:v>
                </c:pt>
                <c:pt idx="90">
                  <c:v>44838</c:v>
                </c:pt>
                <c:pt idx="91">
                  <c:v>44839</c:v>
                </c:pt>
                <c:pt idx="92">
                  <c:v>44840</c:v>
                </c:pt>
                <c:pt idx="93">
                  <c:v>44841</c:v>
                </c:pt>
                <c:pt idx="94">
                  <c:v>44842</c:v>
                </c:pt>
                <c:pt idx="95">
                  <c:v>44843</c:v>
                </c:pt>
                <c:pt idx="96">
                  <c:v>44844</c:v>
                </c:pt>
                <c:pt idx="97">
                  <c:v>44845</c:v>
                </c:pt>
                <c:pt idx="98">
                  <c:v>44846</c:v>
                </c:pt>
                <c:pt idx="99">
                  <c:v>44847</c:v>
                </c:pt>
                <c:pt idx="100">
                  <c:v>44848</c:v>
                </c:pt>
                <c:pt idx="101">
                  <c:v>44849</c:v>
                </c:pt>
                <c:pt idx="102">
                  <c:v>44850</c:v>
                </c:pt>
                <c:pt idx="103">
                  <c:v>44851</c:v>
                </c:pt>
                <c:pt idx="104">
                  <c:v>44852</c:v>
                </c:pt>
                <c:pt idx="105">
                  <c:v>44853</c:v>
                </c:pt>
                <c:pt idx="106">
                  <c:v>44854</c:v>
                </c:pt>
                <c:pt idx="107">
                  <c:v>44855</c:v>
                </c:pt>
                <c:pt idx="108">
                  <c:v>44856</c:v>
                </c:pt>
                <c:pt idx="109">
                  <c:v>44857</c:v>
                </c:pt>
                <c:pt idx="110">
                  <c:v>44858</c:v>
                </c:pt>
                <c:pt idx="111">
                  <c:v>44859</c:v>
                </c:pt>
                <c:pt idx="112">
                  <c:v>44860</c:v>
                </c:pt>
                <c:pt idx="113">
                  <c:v>44861</c:v>
                </c:pt>
                <c:pt idx="114">
                  <c:v>44862</c:v>
                </c:pt>
                <c:pt idx="115">
                  <c:v>44863</c:v>
                </c:pt>
                <c:pt idx="116">
                  <c:v>44864</c:v>
                </c:pt>
                <c:pt idx="117">
                  <c:v>44865</c:v>
                </c:pt>
                <c:pt idx="118">
                  <c:v>44866</c:v>
                </c:pt>
                <c:pt idx="119">
                  <c:v>44867</c:v>
                </c:pt>
                <c:pt idx="120">
                  <c:v>44868</c:v>
                </c:pt>
                <c:pt idx="121">
                  <c:v>44869</c:v>
                </c:pt>
                <c:pt idx="122">
                  <c:v>44870</c:v>
                </c:pt>
                <c:pt idx="123">
                  <c:v>44871</c:v>
                </c:pt>
                <c:pt idx="124">
                  <c:v>44872</c:v>
                </c:pt>
                <c:pt idx="125">
                  <c:v>44873</c:v>
                </c:pt>
                <c:pt idx="126">
                  <c:v>44874</c:v>
                </c:pt>
                <c:pt idx="127">
                  <c:v>44875</c:v>
                </c:pt>
                <c:pt idx="128">
                  <c:v>44876</c:v>
                </c:pt>
                <c:pt idx="129">
                  <c:v>44877</c:v>
                </c:pt>
                <c:pt idx="130">
                  <c:v>44878</c:v>
                </c:pt>
                <c:pt idx="131">
                  <c:v>44879</c:v>
                </c:pt>
                <c:pt idx="132">
                  <c:v>44880</c:v>
                </c:pt>
                <c:pt idx="133">
                  <c:v>44881</c:v>
                </c:pt>
                <c:pt idx="134">
                  <c:v>44882</c:v>
                </c:pt>
                <c:pt idx="135">
                  <c:v>44883</c:v>
                </c:pt>
                <c:pt idx="136">
                  <c:v>44884</c:v>
                </c:pt>
                <c:pt idx="137">
                  <c:v>44885</c:v>
                </c:pt>
                <c:pt idx="138">
                  <c:v>44886</c:v>
                </c:pt>
                <c:pt idx="139">
                  <c:v>44887</c:v>
                </c:pt>
                <c:pt idx="140">
                  <c:v>44888</c:v>
                </c:pt>
                <c:pt idx="141">
                  <c:v>44889</c:v>
                </c:pt>
                <c:pt idx="142">
                  <c:v>44890</c:v>
                </c:pt>
                <c:pt idx="143">
                  <c:v>44892</c:v>
                </c:pt>
                <c:pt idx="144">
                  <c:v>44893</c:v>
                </c:pt>
                <c:pt idx="145">
                  <c:v>44894</c:v>
                </c:pt>
                <c:pt idx="146">
                  <c:v>44895</c:v>
                </c:pt>
                <c:pt idx="147">
                  <c:v>44896</c:v>
                </c:pt>
                <c:pt idx="148">
                  <c:v>44897</c:v>
                </c:pt>
                <c:pt idx="149">
                  <c:v>44898</c:v>
                </c:pt>
                <c:pt idx="150">
                  <c:v>44899</c:v>
                </c:pt>
                <c:pt idx="151">
                  <c:v>44900</c:v>
                </c:pt>
                <c:pt idx="152">
                  <c:v>44901</c:v>
                </c:pt>
                <c:pt idx="153">
                  <c:v>44902</c:v>
                </c:pt>
                <c:pt idx="154">
                  <c:v>44903</c:v>
                </c:pt>
                <c:pt idx="155">
                  <c:v>44904</c:v>
                </c:pt>
                <c:pt idx="156">
                  <c:v>44905</c:v>
                </c:pt>
                <c:pt idx="157">
                  <c:v>44906</c:v>
                </c:pt>
                <c:pt idx="158">
                  <c:v>44907</c:v>
                </c:pt>
                <c:pt idx="159">
                  <c:v>44908</c:v>
                </c:pt>
                <c:pt idx="160">
                  <c:v>44909</c:v>
                </c:pt>
                <c:pt idx="161">
                  <c:v>44910</c:v>
                </c:pt>
                <c:pt idx="162">
                  <c:v>44911</c:v>
                </c:pt>
                <c:pt idx="163">
                  <c:v>44913</c:v>
                </c:pt>
                <c:pt idx="164">
                  <c:v>44914</c:v>
                </c:pt>
                <c:pt idx="165">
                  <c:v>44915</c:v>
                </c:pt>
                <c:pt idx="166">
                  <c:v>44916</c:v>
                </c:pt>
                <c:pt idx="167">
                  <c:v>44917</c:v>
                </c:pt>
                <c:pt idx="168">
                  <c:v>44918</c:v>
                </c:pt>
                <c:pt idx="169">
                  <c:v>44919</c:v>
                </c:pt>
                <c:pt idx="170">
                  <c:v>44920</c:v>
                </c:pt>
                <c:pt idx="171">
                  <c:v>44921</c:v>
                </c:pt>
                <c:pt idx="172">
                  <c:v>44922</c:v>
                </c:pt>
                <c:pt idx="173">
                  <c:v>44923</c:v>
                </c:pt>
                <c:pt idx="174">
                  <c:v>44924</c:v>
                </c:pt>
                <c:pt idx="175">
                  <c:v>44925</c:v>
                </c:pt>
                <c:pt idx="176">
                  <c:v>44926</c:v>
                </c:pt>
                <c:pt idx="177">
                  <c:v>44927</c:v>
                </c:pt>
                <c:pt idx="178">
                  <c:v>44929</c:v>
                </c:pt>
                <c:pt idx="179">
                  <c:v>44930</c:v>
                </c:pt>
                <c:pt idx="180">
                  <c:v>44931</c:v>
                </c:pt>
                <c:pt idx="181">
                  <c:v>44932</c:v>
                </c:pt>
                <c:pt idx="182">
                  <c:v>44933</c:v>
                </c:pt>
                <c:pt idx="183">
                  <c:v>44934</c:v>
                </c:pt>
                <c:pt idx="184">
                  <c:v>44935</c:v>
                </c:pt>
                <c:pt idx="185">
                  <c:v>44936</c:v>
                </c:pt>
                <c:pt idx="186">
                  <c:v>44937</c:v>
                </c:pt>
                <c:pt idx="187">
                  <c:v>44938</c:v>
                </c:pt>
                <c:pt idx="188">
                  <c:v>44939</c:v>
                </c:pt>
                <c:pt idx="189">
                  <c:v>44940</c:v>
                </c:pt>
                <c:pt idx="190">
                  <c:v>44941</c:v>
                </c:pt>
                <c:pt idx="191">
                  <c:v>44942</c:v>
                </c:pt>
                <c:pt idx="192">
                  <c:v>44943</c:v>
                </c:pt>
                <c:pt idx="193">
                  <c:v>44944</c:v>
                </c:pt>
                <c:pt idx="194">
                  <c:v>44945</c:v>
                </c:pt>
                <c:pt idx="195">
                  <c:v>44946</c:v>
                </c:pt>
                <c:pt idx="196">
                  <c:v>44947</c:v>
                </c:pt>
                <c:pt idx="197">
                  <c:v>44948</c:v>
                </c:pt>
                <c:pt idx="198">
                  <c:v>44949</c:v>
                </c:pt>
                <c:pt idx="199">
                  <c:v>44950</c:v>
                </c:pt>
                <c:pt idx="200">
                  <c:v>44951</c:v>
                </c:pt>
                <c:pt idx="201">
                  <c:v>44952</c:v>
                </c:pt>
                <c:pt idx="202">
                  <c:v>44953</c:v>
                </c:pt>
                <c:pt idx="203">
                  <c:v>44954</c:v>
                </c:pt>
                <c:pt idx="204">
                  <c:v>44955</c:v>
                </c:pt>
                <c:pt idx="205">
                  <c:v>44956</c:v>
                </c:pt>
                <c:pt idx="206">
                  <c:v>44957</c:v>
                </c:pt>
                <c:pt idx="207">
                  <c:v>44958</c:v>
                </c:pt>
                <c:pt idx="208">
                  <c:v>44959</c:v>
                </c:pt>
                <c:pt idx="209">
                  <c:v>44960</c:v>
                </c:pt>
                <c:pt idx="210">
                  <c:v>44961</c:v>
                </c:pt>
                <c:pt idx="211">
                  <c:v>44962</c:v>
                </c:pt>
                <c:pt idx="212">
                  <c:v>44963</c:v>
                </c:pt>
                <c:pt idx="213">
                  <c:v>44964</c:v>
                </c:pt>
                <c:pt idx="214">
                  <c:v>44965</c:v>
                </c:pt>
                <c:pt idx="215">
                  <c:v>44966</c:v>
                </c:pt>
                <c:pt idx="216">
                  <c:v>44967</c:v>
                </c:pt>
                <c:pt idx="217">
                  <c:v>44968</c:v>
                </c:pt>
                <c:pt idx="218">
                  <c:v>44969</c:v>
                </c:pt>
                <c:pt idx="219">
                  <c:v>44970</c:v>
                </c:pt>
                <c:pt idx="220">
                  <c:v>44971</c:v>
                </c:pt>
                <c:pt idx="221">
                  <c:v>44972</c:v>
                </c:pt>
                <c:pt idx="222">
                  <c:v>44973</c:v>
                </c:pt>
                <c:pt idx="223">
                  <c:v>44974</c:v>
                </c:pt>
                <c:pt idx="224">
                  <c:v>44975</c:v>
                </c:pt>
                <c:pt idx="225">
                  <c:v>44976</c:v>
                </c:pt>
                <c:pt idx="226">
                  <c:v>44977</c:v>
                </c:pt>
                <c:pt idx="227">
                  <c:v>44978</c:v>
                </c:pt>
                <c:pt idx="228">
                  <c:v>44979</c:v>
                </c:pt>
                <c:pt idx="229">
                  <c:v>44980</c:v>
                </c:pt>
                <c:pt idx="230">
                  <c:v>44981</c:v>
                </c:pt>
                <c:pt idx="231">
                  <c:v>44982</c:v>
                </c:pt>
                <c:pt idx="232">
                  <c:v>44983</c:v>
                </c:pt>
                <c:pt idx="233">
                  <c:v>44984</c:v>
                </c:pt>
                <c:pt idx="234">
                  <c:v>44985</c:v>
                </c:pt>
                <c:pt idx="235">
                  <c:v>44986</c:v>
                </c:pt>
                <c:pt idx="236">
                  <c:v>44987</c:v>
                </c:pt>
                <c:pt idx="237">
                  <c:v>44988</c:v>
                </c:pt>
                <c:pt idx="238">
                  <c:v>44989</c:v>
                </c:pt>
                <c:pt idx="239">
                  <c:v>44990</c:v>
                </c:pt>
                <c:pt idx="240">
                  <c:v>44991</c:v>
                </c:pt>
                <c:pt idx="241">
                  <c:v>44992</c:v>
                </c:pt>
                <c:pt idx="242">
                  <c:v>44993</c:v>
                </c:pt>
                <c:pt idx="243">
                  <c:v>44994</c:v>
                </c:pt>
                <c:pt idx="244">
                  <c:v>44995</c:v>
                </c:pt>
                <c:pt idx="245">
                  <c:v>44996</c:v>
                </c:pt>
                <c:pt idx="246">
                  <c:v>44997</c:v>
                </c:pt>
                <c:pt idx="247">
                  <c:v>44998</c:v>
                </c:pt>
                <c:pt idx="248">
                  <c:v>44999</c:v>
                </c:pt>
                <c:pt idx="249">
                  <c:v>45000</c:v>
                </c:pt>
                <c:pt idx="250">
                  <c:v>45001</c:v>
                </c:pt>
                <c:pt idx="251">
                  <c:v>45002</c:v>
                </c:pt>
                <c:pt idx="252">
                  <c:v>45003</c:v>
                </c:pt>
                <c:pt idx="253">
                  <c:v>45004</c:v>
                </c:pt>
                <c:pt idx="254">
                  <c:v>45005</c:v>
                </c:pt>
                <c:pt idx="255">
                  <c:v>45006</c:v>
                </c:pt>
                <c:pt idx="256">
                  <c:v>45007</c:v>
                </c:pt>
                <c:pt idx="257">
                  <c:v>45008</c:v>
                </c:pt>
                <c:pt idx="258">
                  <c:v>45009</c:v>
                </c:pt>
                <c:pt idx="259">
                  <c:v>45010</c:v>
                </c:pt>
                <c:pt idx="260">
                  <c:v>45011</c:v>
                </c:pt>
                <c:pt idx="261">
                  <c:v>45012</c:v>
                </c:pt>
                <c:pt idx="262">
                  <c:v>45013</c:v>
                </c:pt>
                <c:pt idx="263">
                  <c:v>45014</c:v>
                </c:pt>
                <c:pt idx="264">
                  <c:v>45015</c:v>
                </c:pt>
                <c:pt idx="265">
                  <c:v>45016</c:v>
                </c:pt>
                <c:pt idx="266">
                  <c:v>45017</c:v>
                </c:pt>
                <c:pt idx="267">
                  <c:v>45018</c:v>
                </c:pt>
                <c:pt idx="268">
                  <c:v>45019</c:v>
                </c:pt>
                <c:pt idx="269">
                  <c:v>45020</c:v>
                </c:pt>
                <c:pt idx="270">
                  <c:v>45021</c:v>
                </c:pt>
                <c:pt idx="271">
                  <c:v>45022</c:v>
                </c:pt>
                <c:pt idx="272">
                  <c:v>45023</c:v>
                </c:pt>
                <c:pt idx="273">
                  <c:v>45024</c:v>
                </c:pt>
                <c:pt idx="274">
                  <c:v>45025</c:v>
                </c:pt>
                <c:pt idx="275">
                  <c:v>45026</c:v>
                </c:pt>
                <c:pt idx="276">
                  <c:v>45027</c:v>
                </c:pt>
                <c:pt idx="277">
                  <c:v>45028</c:v>
                </c:pt>
                <c:pt idx="278">
                  <c:v>45029</c:v>
                </c:pt>
                <c:pt idx="279">
                  <c:v>45030</c:v>
                </c:pt>
                <c:pt idx="280">
                  <c:v>45031</c:v>
                </c:pt>
                <c:pt idx="281">
                  <c:v>45032</c:v>
                </c:pt>
                <c:pt idx="282">
                  <c:v>45033</c:v>
                </c:pt>
                <c:pt idx="283">
                  <c:v>45034</c:v>
                </c:pt>
                <c:pt idx="284">
                  <c:v>45035</c:v>
                </c:pt>
                <c:pt idx="285">
                  <c:v>45036</c:v>
                </c:pt>
                <c:pt idx="286">
                  <c:v>45037</c:v>
                </c:pt>
                <c:pt idx="287">
                  <c:v>45038</c:v>
                </c:pt>
                <c:pt idx="288">
                  <c:v>45039</c:v>
                </c:pt>
                <c:pt idx="289">
                  <c:v>45040</c:v>
                </c:pt>
                <c:pt idx="290">
                  <c:v>45041</c:v>
                </c:pt>
                <c:pt idx="291">
                  <c:v>45042</c:v>
                </c:pt>
                <c:pt idx="292">
                  <c:v>45043</c:v>
                </c:pt>
                <c:pt idx="293">
                  <c:v>45044</c:v>
                </c:pt>
                <c:pt idx="294">
                  <c:v>45045</c:v>
                </c:pt>
                <c:pt idx="295">
                  <c:v>45046</c:v>
                </c:pt>
              </c:numCache>
            </c:numRef>
          </c:cat>
          <c:val>
            <c:numRef>
              <c:f>Лист1!$E$2:$E$297</c:f>
              <c:numCache>
                <c:formatCode>General</c:formatCode>
                <c:ptCount val="296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14</c:v>
                </c:pt>
                <c:pt idx="13">
                  <c:v>14</c:v>
                </c:pt>
                <c:pt idx="14">
                  <c:v>14</c:v>
                </c:pt>
                <c:pt idx="15">
                  <c:v>14</c:v>
                </c:pt>
                <c:pt idx="16">
                  <c:v>14</c:v>
                </c:pt>
                <c:pt idx="17">
                  <c:v>14</c:v>
                </c:pt>
                <c:pt idx="18">
                  <c:v>14</c:v>
                </c:pt>
                <c:pt idx="19">
                  <c:v>18</c:v>
                </c:pt>
                <c:pt idx="20">
                  <c:v>18</c:v>
                </c:pt>
                <c:pt idx="21">
                  <c:v>18</c:v>
                </c:pt>
                <c:pt idx="22">
                  <c:v>18</c:v>
                </c:pt>
                <c:pt idx="23">
                  <c:v>18</c:v>
                </c:pt>
                <c:pt idx="24">
                  <c:v>18</c:v>
                </c:pt>
                <c:pt idx="25">
                  <c:v>18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13</c:v>
                </c:pt>
                <c:pt idx="34">
                  <c:v>13</c:v>
                </c:pt>
                <c:pt idx="35">
                  <c:v>13</c:v>
                </c:pt>
                <c:pt idx="36">
                  <c:v>13</c:v>
                </c:pt>
                <c:pt idx="37">
                  <c:v>13</c:v>
                </c:pt>
                <c:pt idx="38">
                  <c:v>13</c:v>
                </c:pt>
                <c:pt idx="39">
                  <c:v>13</c:v>
                </c:pt>
                <c:pt idx="40">
                  <c:v>16</c:v>
                </c:pt>
                <c:pt idx="41">
                  <c:v>16</c:v>
                </c:pt>
                <c:pt idx="42">
                  <c:v>16</c:v>
                </c:pt>
                <c:pt idx="43">
                  <c:v>16</c:v>
                </c:pt>
                <c:pt idx="44">
                  <c:v>16</c:v>
                </c:pt>
                <c:pt idx="45">
                  <c:v>16</c:v>
                </c:pt>
                <c:pt idx="46">
                  <c:v>16</c:v>
                </c:pt>
                <c:pt idx="47">
                  <c:v>16</c:v>
                </c:pt>
                <c:pt idx="48">
                  <c:v>16</c:v>
                </c:pt>
                <c:pt idx="49">
                  <c:v>16</c:v>
                </c:pt>
                <c:pt idx="50">
                  <c:v>16</c:v>
                </c:pt>
                <c:pt idx="51">
                  <c:v>16</c:v>
                </c:pt>
                <c:pt idx="52">
                  <c:v>16</c:v>
                </c:pt>
                <c:pt idx="53">
                  <c:v>16</c:v>
                </c:pt>
                <c:pt idx="54">
                  <c:v>13</c:v>
                </c:pt>
                <c:pt idx="55">
                  <c:v>13</c:v>
                </c:pt>
                <c:pt idx="56">
                  <c:v>13</c:v>
                </c:pt>
                <c:pt idx="57">
                  <c:v>13</c:v>
                </c:pt>
                <c:pt idx="58">
                  <c:v>13</c:v>
                </c:pt>
                <c:pt idx="59">
                  <c:v>13</c:v>
                </c:pt>
                <c:pt idx="60">
                  <c:v>13</c:v>
                </c:pt>
                <c:pt idx="61">
                  <c:v>16</c:v>
                </c:pt>
                <c:pt idx="62">
                  <c:v>16</c:v>
                </c:pt>
                <c:pt idx="63">
                  <c:v>16</c:v>
                </c:pt>
                <c:pt idx="64">
                  <c:v>16</c:v>
                </c:pt>
                <c:pt idx="65">
                  <c:v>16</c:v>
                </c:pt>
                <c:pt idx="66">
                  <c:v>16</c:v>
                </c:pt>
                <c:pt idx="67">
                  <c:v>16</c:v>
                </c:pt>
                <c:pt idx="68">
                  <c:v>18</c:v>
                </c:pt>
                <c:pt idx="69">
                  <c:v>18</c:v>
                </c:pt>
                <c:pt idx="70">
                  <c:v>18</c:v>
                </c:pt>
                <c:pt idx="71">
                  <c:v>18</c:v>
                </c:pt>
                <c:pt idx="72">
                  <c:v>18</c:v>
                </c:pt>
                <c:pt idx="73">
                  <c:v>18</c:v>
                </c:pt>
                <c:pt idx="74">
                  <c:v>18</c:v>
                </c:pt>
                <c:pt idx="75">
                  <c:v>17</c:v>
                </c:pt>
                <c:pt idx="76">
                  <c:v>17</c:v>
                </c:pt>
                <c:pt idx="77">
                  <c:v>17</c:v>
                </c:pt>
                <c:pt idx="78">
                  <c:v>17</c:v>
                </c:pt>
                <c:pt idx="79">
                  <c:v>17</c:v>
                </c:pt>
                <c:pt idx="80">
                  <c:v>17</c:v>
                </c:pt>
                <c:pt idx="81">
                  <c:v>17</c:v>
                </c:pt>
                <c:pt idx="82">
                  <c:v>23</c:v>
                </c:pt>
                <c:pt idx="83">
                  <c:v>23</c:v>
                </c:pt>
                <c:pt idx="84">
                  <c:v>23</c:v>
                </c:pt>
                <c:pt idx="85">
                  <c:v>23</c:v>
                </c:pt>
                <c:pt idx="86">
                  <c:v>23</c:v>
                </c:pt>
                <c:pt idx="87">
                  <c:v>23</c:v>
                </c:pt>
                <c:pt idx="88">
                  <c:v>23</c:v>
                </c:pt>
                <c:pt idx="89">
                  <c:v>15</c:v>
                </c:pt>
                <c:pt idx="90">
                  <c:v>15</c:v>
                </c:pt>
                <c:pt idx="91">
                  <c:v>15</c:v>
                </c:pt>
                <c:pt idx="92">
                  <c:v>15</c:v>
                </c:pt>
                <c:pt idx="93">
                  <c:v>15</c:v>
                </c:pt>
                <c:pt idx="94">
                  <c:v>15</c:v>
                </c:pt>
                <c:pt idx="95">
                  <c:v>15</c:v>
                </c:pt>
                <c:pt idx="96">
                  <c:v>14</c:v>
                </c:pt>
                <c:pt idx="97">
                  <c:v>14</c:v>
                </c:pt>
                <c:pt idx="98">
                  <c:v>14</c:v>
                </c:pt>
                <c:pt idx="99">
                  <c:v>14</c:v>
                </c:pt>
                <c:pt idx="100">
                  <c:v>14</c:v>
                </c:pt>
                <c:pt idx="101">
                  <c:v>14</c:v>
                </c:pt>
                <c:pt idx="102">
                  <c:v>14</c:v>
                </c:pt>
                <c:pt idx="103">
                  <c:v>19</c:v>
                </c:pt>
                <c:pt idx="104">
                  <c:v>19</c:v>
                </c:pt>
                <c:pt idx="105">
                  <c:v>19</c:v>
                </c:pt>
                <c:pt idx="106">
                  <c:v>19</c:v>
                </c:pt>
                <c:pt idx="107">
                  <c:v>19</c:v>
                </c:pt>
                <c:pt idx="108">
                  <c:v>19</c:v>
                </c:pt>
                <c:pt idx="109">
                  <c:v>19</c:v>
                </c:pt>
                <c:pt idx="110">
                  <c:v>18</c:v>
                </c:pt>
                <c:pt idx="111">
                  <c:v>18</c:v>
                </c:pt>
                <c:pt idx="112">
                  <c:v>18</c:v>
                </c:pt>
                <c:pt idx="113">
                  <c:v>18</c:v>
                </c:pt>
                <c:pt idx="114">
                  <c:v>18</c:v>
                </c:pt>
                <c:pt idx="115">
                  <c:v>18</c:v>
                </c:pt>
                <c:pt idx="116">
                  <c:v>18</c:v>
                </c:pt>
                <c:pt idx="117">
                  <c:v>17</c:v>
                </c:pt>
                <c:pt idx="118">
                  <c:v>17</c:v>
                </c:pt>
                <c:pt idx="119">
                  <c:v>17</c:v>
                </c:pt>
                <c:pt idx="120">
                  <c:v>17</c:v>
                </c:pt>
                <c:pt idx="121">
                  <c:v>17</c:v>
                </c:pt>
                <c:pt idx="122">
                  <c:v>17</c:v>
                </c:pt>
                <c:pt idx="123">
                  <c:v>17</c:v>
                </c:pt>
                <c:pt idx="124">
                  <c:v>19</c:v>
                </c:pt>
                <c:pt idx="125">
                  <c:v>19</c:v>
                </c:pt>
                <c:pt idx="126">
                  <c:v>19</c:v>
                </c:pt>
                <c:pt idx="127">
                  <c:v>19</c:v>
                </c:pt>
                <c:pt idx="128">
                  <c:v>19</c:v>
                </c:pt>
                <c:pt idx="129">
                  <c:v>19</c:v>
                </c:pt>
                <c:pt idx="130">
                  <c:v>19</c:v>
                </c:pt>
                <c:pt idx="131">
                  <c:v>23</c:v>
                </c:pt>
                <c:pt idx="132">
                  <c:v>23</c:v>
                </c:pt>
                <c:pt idx="133">
                  <c:v>23</c:v>
                </c:pt>
                <c:pt idx="134">
                  <c:v>23</c:v>
                </c:pt>
                <c:pt idx="135">
                  <c:v>23</c:v>
                </c:pt>
                <c:pt idx="136">
                  <c:v>23</c:v>
                </c:pt>
                <c:pt idx="137">
                  <c:v>23</c:v>
                </c:pt>
                <c:pt idx="138">
                  <c:v>15</c:v>
                </c:pt>
                <c:pt idx="139">
                  <c:v>15</c:v>
                </c:pt>
                <c:pt idx="140">
                  <c:v>15</c:v>
                </c:pt>
                <c:pt idx="141">
                  <c:v>15</c:v>
                </c:pt>
                <c:pt idx="142">
                  <c:v>15</c:v>
                </c:pt>
                <c:pt idx="143">
                  <c:v>15</c:v>
                </c:pt>
                <c:pt idx="144">
                  <c:v>15</c:v>
                </c:pt>
                <c:pt idx="145">
                  <c:v>15</c:v>
                </c:pt>
                <c:pt idx="146">
                  <c:v>15</c:v>
                </c:pt>
                <c:pt idx="147">
                  <c:v>15</c:v>
                </c:pt>
                <c:pt idx="148">
                  <c:v>15</c:v>
                </c:pt>
                <c:pt idx="149">
                  <c:v>15</c:v>
                </c:pt>
                <c:pt idx="150">
                  <c:v>15</c:v>
                </c:pt>
                <c:pt idx="151">
                  <c:v>16</c:v>
                </c:pt>
                <c:pt idx="152">
                  <c:v>16</c:v>
                </c:pt>
                <c:pt idx="153">
                  <c:v>16</c:v>
                </c:pt>
                <c:pt idx="154">
                  <c:v>16</c:v>
                </c:pt>
                <c:pt idx="155">
                  <c:v>16</c:v>
                </c:pt>
                <c:pt idx="156">
                  <c:v>16</c:v>
                </c:pt>
                <c:pt idx="157">
                  <c:v>16</c:v>
                </c:pt>
                <c:pt idx="158">
                  <c:v>15</c:v>
                </c:pt>
                <c:pt idx="159">
                  <c:v>15</c:v>
                </c:pt>
                <c:pt idx="160">
                  <c:v>15</c:v>
                </c:pt>
                <c:pt idx="161">
                  <c:v>15</c:v>
                </c:pt>
                <c:pt idx="162">
                  <c:v>15</c:v>
                </c:pt>
                <c:pt idx="163">
                  <c:v>15</c:v>
                </c:pt>
                <c:pt idx="164">
                  <c:v>9</c:v>
                </c:pt>
                <c:pt idx="165">
                  <c:v>9</c:v>
                </c:pt>
                <c:pt idx="166">
                  <c:v>9</c:v>
                </c:pt>
                <c:pt idx="167">
                  <c:v>9</c:v>
                </c:pt>
                <c:pt idx="168">
                  <c:v>9</c:v>
                </c:pt>
                <c:pt idx="169">
                  <c:v>9</c:v>
                </c:pt>
                <c:pt idx="170">
                  <c:v>9</c:v>
                </c:pt>
                <c:pt idx="171">
                  <c:v>12</c:v>
                </c:pt>
                <c:pt idx="172">
                  <c:v>12</c:v>
                </c:pt>
                <c:pt idx="173">
                  <c:v>12</c:v>
                </c:pt>
                <c:pt idx="174">
                  <c:v>12</c:v>
                </c:pt>
                <c:pt idx="175">
                  <c:v>12</c:v>
                </c:pt>
                <c:pt idx="176">
                  <c:v>12</c:v>
                </c:pt>
                <c:pt idx="177">
                  <c:v>12</c:v>
                </c:pt>
                <c:pt idx="178">
                  <c:v>17</c:v>
                </c:pt>
                <c:pt idx="179">
                  <c:v>17</c:v>
                </c:pt>
                <c:pt idx="180">
                  <c:v>17</c:v>
                </c:pt>
                <c:pt idx="181">
                  <c:v>17</c:v>
                </c:pt>
                <c:pt idx="182">
                  <c:v>17</c:v>
                </c:pt>
                <c:pt idx="183">
                  <c:v>17</c:v>
                </c:pt>
                <c:pt idx="184">
                  <c:v>35</c:v>
                </c:pt>
                <c:pt idx="185">
                  <c:v>35</c:v>
                </c:pt>
                <c:pt idx="186">
                  <c:v>35</c:v>
                </c:pt>
                <c:pt idx="187">
                  <c:v>35</c:v>
                </c:pt>
                <c:pt idx="188">
                  <c:v>35</c:v>
                </c:pt>
                <c:pt idx="189">
                  <c:v>35</c:v>
                </c:pt>
                <c:pt idx="190">
                  <c:v>35</c:v>
                </c:pt>
                <c:pt idx="191">
                  <c:v>39</c:v>
                </c:pt>
                <c:pt idx="192">
                  <c:v>39</c:v>
                </c:pt>
                <c:pt idx="193">
                  <c:v>39</c:v>
                </c:pt>
                <c:pt idx="194">
                  <c:v>39</c:v>
                </c:pt>
                <c:pt idx="195">
                  <c:v>39</c:v>
                </c:pt>
                <c:pt idx="196">
                  <c:v>39</c:v>
                </c:pt>
                <c:pt idx="197">
                  <c:v>39</c:v>
                </c:pt>
                <c:pt idx="198">
                  <c:v>41</c:v>
                </c:pt>
                <c:pt idx="199">
                  <c:v>41</c:v>
                </c:pt>
                <c:pt idx="200">
                  <c:v>41</c:v>
                </c:pt>
                <c:pt idx="201">
                  <c:v>41</c:v>
                </c:pt>
                <c:pt idx="202">
                  <c:v>41</c:v>
                </c:pt>
                <c:pt idx="203">
                  <c:v>41</c:v>
                </c:pt>
                <c:pt idx="204">
                  <c:v>41</c:v>
                </c:pt>
                <c:pt idx="205">
                  <c:v>44</c:v>
                </c:pt>
                <c:pt idx="206">
                  <c:v>44</c:v>
                </c:pt>
                <c:pt idx="207">
                  <c:v>44</c:v>
                </c:pt>
                <c:pt idx="208">
                  <c:v>44</c:v>
                </c:pt>
                <c:pt idx="209">
                  <c:v>44</c:v>
                </c:pt>
                <c:pt idx="210">
                  <c:v>44</c:v>
                </c:pt>
                <c:pt idx="211">
                  <c:v>44</c:v>
                </c:pt>
                <c:pt idx="212">
                  <c:v>49</c:v>
                </c:pt>
                <c:pt idx="213">
                  <c:v>49</c:v>
                </c:pt>
                <c:pt idx="214">
                  <c:v>49</c:v>
                </c:pt>
                <c:pt idx="215">
                  <c:v>49</c:v>
                </c:pt>
                <c:pt idx="216">
                  <c:v>49</c:v>
                </c:pt>
                <c:pt idx="217">
                  <c:v>49</c:v>
                </c:pt>
                <c:pt idx="218">
                  <c:v>49</c:v>
                </c:pt>
                <c:pt idx="219">
                  <c:v>45</c:v>
                </c:pt>
                <c:pt idx="220">
                  <c:v>45</c:v>
                </c:pt>
                <c:pt idx="221">
                  <c:v>45</c:v>
                </c:pt>
                <c:pt idx="222">
                  <c:v>45</c:v>
                </c:pt>
                <c:pt idx="223">
                  <c:v>45</c:v>
                </c:pt>
                <c:pt idx="224">
                  <c:v>45</c:v>
                </c:pt>
                <c:pt idx="225">
                  <c:v>45</c:v>
                </c:pt>
                <c:pt idx="226">
                  <c:v>49</c:v>
                </c:pt>
                <c:pt idx="227">
                  <c:v>49</c:v>
                </c:pt>
                <c:pt idx="228">
                  <c:v>49</c:v>
                </c:pt>
                <c:pt idx="229">
                  <c:v>49</c:v>
                </c:pt>
                <c:pt idx="230">
                  <c:v>49</c:v>
                </c:pt>
                <c:pt idx="231">
                  <c:v>49</c:v>
                </c:pt>
                <c:pt idx="232">
                  <c:v>49</c:v>
                </c:pt>
                <c:pt idx="233">
                  <c:v>71</c:v>
                </c:pt>
                <c:pt idx="234">
                  <c:v>71</c:v>
                </c:pt>
                <c:pt idx="235">
                  <c:v>71</c:v>
                </c:pt>
                <c:pt idx="236">
                  <c:v>71</c:v>
                </c:pt>
                <c:pt idx="237">
                  <c:v>71</c:v>
                </c:pt>
                <c:pt idx="238">
                  <c:v>71</c:v>
                </c:pt>
                <c:pt idx="239">
                  <c:v>71</c:v>
                </c:pt>
                <c:pt idx="240">
                  <c:v>79</c:v>
                </c:pt>
                <c:pt idx="241">
                  <c:v>79</c:v>
                </c:pt>
                <c:pt idx="242">
                  <c:v>79</c:v>
                </c:pt>
                <c:pt idx="243">
                  <c:v>79</c:v>
                </c:pt>
                <c:pt idx="244">
                  <c:v>79</c:v>
                </c:pt>
                <c:pt idx="245">
                  <c:v>79</c:v>
                </c:pt>
                <c:pt idx="246">
                  <c:v>79</c:v>
                </c:pt>
                <c:pt idx="247">
                  <c:v>99</c:v>
                </c:pt>
                <c:pt idx="248">
                  <c:v>99</c:v>
                </c:pt>
                <c:pt idx="249">
                  <c:v>99</c:v>
                </c:pt>
                <c:pt idx="250">
                  <c:v>99</c:v>
                </c:pt>
                <c:pt idx="251">
                  <c:v>99</c:v>
                </c:pt>
                <c:pt idx="252">
                  <c:v>99</c:v>
                </c:pt>
                <c:pt idx="253">
                  <c:v>99</c:v>
                </c:pt>
                <c:pt idx="254">
                  <c:v>82</c:v>
                </c:pt>
                <c:pt idx="255">
                  <c:v>82</c:v>
                </c:pt>
                <c:pt idx="256">
                  <c:v>82</c:v>
                </c:pt>
                <c:pt idx="257">
                  <c:v>82</c:v>
                </c:pt>
                <c:pt idx="258">
                  <c:v>82</c:v>
                </c:pt>
                <c:pt idx="259">
                  <c:v>82</c:v>
                </c:pt>
                <c:pt idx="260">
                  <c:v>82</c:v>
                </c:pt>
                <c:pt idx="261">
                  <c:v>96</c:v>
                </c:pt>
                <c:pt idx="262">
                  <c:v>96</c:v>
                </c:pt>
                <c:pt idx="263">
                  <c:v>96</c:v>
                </c:pt>
                <c:pt idx="264">
                  <c:v>96</c:v>
                </c:pt>
                <c:pt idx="265">
                  <c:v>96</c:v>
                </c:pt>
                <c:pt idx="266">
                  <c:v>96</c:v>
                </c:pt>
                <c:pt idx="267">
                  <c:v>96</c:v>
                </c:pt>
                <c:pt idx="268">
                  <c:v>98</c:v>
                </c:pt>
                <c:pt idx="269">
                  <c:v>98</c:v>
                </c:pt>
                <c:pt idx="270">
                  <c:v>98</c:v>
                </c:pt>
                <c:pt idx="271">
                  <c:v>98</c:v>
                </c:pt>
                <c:pt idx="272">
                  <c:v>98</c:v>
                </c:pt>
                <c:pt idx="273">
                  <c:v>98</c:v>
                </c:pt>
                <c:pt idx="274">
                  <c:v>98</c:v>
                </c:pt>
                <c:pt idx="275">
                  <c:v>83</c:v>
                </c:pt>
                <c:pt idx="276">
                  <c:v>83</c:v>
                </c:pt>
                <c:pt idx="277">
                  <c:v>83</c:v>
                </c:pt>
                <c:pt idx="278">
                  <c:v>83</c:v>
                </c:pt>
                <c:pt idx="279">
                  <c:v>83</c:v>
                </c:pt>
                <c:pt idx="280">
                  <c:v>83</c:v>
                </c:pt>
                <c:pt idx="281">
                  <c:v>83</c:v>
                </c:pt>
                <c:pt idx="282">
                  <c:v>80</c:v>
                </c:pt>
                <c:pt idx="283">
                  <c:v>80</c:v>
                </c:pt>
                <c:pt idx="284">
                  <c:v>80</c:v>
                </c:pt>
                <c:pt idx="285">
                  <c:v>80</c:v>
                </c:pt>
                <c:pt idx="286">
                  <c:v>80</c:v>
                </c:pt>
                <c:pt idx="287">
                  <c:v>80</c:v>
                </c:pt>
                <c:pt idx="288">
                  <c:v>80</c:v>
                </c:pt>
                <c:pt idx="289">
                  <c:v>51</c:v>
                </c:pt>
                <c:pt idx="290">
                  <c:v>51</c:v>
                </c:pt>
                <c:pt idx="291">
                  <c:v>51</c:v>
                </c:pt>
                <c:pt idx="292">
                  <c:v>51</c:v>
                </c:pt>
                <c:pt idx="293">
                  <c:v>51</c:v>
                </c:pt>
                <c:pt idx="294">
                  <c:v>51</c:v>
                </c:pt>
                <c:pt idx="295">
                  <c:v>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1E-4875-9D54-59AD929D5FD6}"/>
            </c:ext>
          </c:extLst>
        </c:ser>
        <c:ser>
          <c:idx val="2"/>
          <c:order val="2"/>
          <c:tx>
            <c:strRef>
              <c:f>Лист1!$F$1</c:f>
              <c:strCache>
                <c:ptCount val="1"/>
                <c:pt idx="0">
                  <c:v>LMAU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Лист1!$C$2:$C$297</c:f>
              <c:numCache>
                <c:formatCode>m/d/yyyy</c:formatCode>
                <c:ptCount val="296"/>
                <c:pt idx="0">
                  <c:v>44747</c:v>
                </c:pt>
                <c:pt idx="1">
                  <c:v>44749</c:v>
                </c:pt>
                <c:pt idx="2">
                  <c:v>44750</c:v>
                </c:pt>
                <c:pt idx="3">
                  <c:v>44751</c:v>
                </c:pt>
                <c:pt idx="4">
                  <c:v>44752</c:v>
                </c:pt>
                <c:pt idx="5">
                  <c:v>44753</c:v>
                </c:pt>
                <c:pt idx="6">
                  <c:v>44754</c:v>
                </c:pt>
                <c:pt idx="7">
                  <c:v>44755</c:v>
                </c:pt>
                <c:pt idx="8">
                  <c:v>44756</c:v>
                </c:pt>
                <c:pt idx="9">
                  <c:v>44757</c:v>
                </c:pt>
                <c:pt idx="10">
                  <c:v>44758</c:v>
                </c:pt>
                <c:pt idx="11">
                  <c:v>44759</c:v>
                </c:pt>
                <c:pt idx="12">
                  <c:v>44760</c:v>
                </c:pt>
                <c:pt idx="13">
                  <c:v>44761</c:v>
                </c:pt>
                <c:pt idx="14">
                  <c:v>44762</c:v>
                </c:pt>
                <c:pt idx="15">
                  <c:v>44763</c:v>
                </c:pt>
                <c:pt idx="16">
                  <c:v>44764</c:v>
                </c:pt>
                <c:pt idx="17">
                  <c:v>44765</c:v>
                </c:pt>
                <c:pt idx="18">
                  <c:v>44766</c:v>
                </c:pt>
                <c:pt idx="19">
                  <c:v>44767</c:v>
                </c:pt>
                <c:pt idx="20">
                  <c:v>44768</c:v>
                </c:pt>
                <c:pt idx="21">
                  <c:v>44769</c:v>
                </c:pt>
                <c:pt idx="22">
                  <c:v>44770</c:v>
                </c:pt>
                <c:pt idx="23">
                  <c:v>44771</c:v>
                </c:pt>
                <c:pt idx="24">
                  <c:v>44772</c:v>
                </c:pt>
                <c:pt idx="25">
                  <c:v>44773</c:v>
                </c:pt>
                <c:pt idx="26">
                  <c:v>44774</c:v>
                </c:pt>
                <c:pt idx="27">
                  <c:v>44775</c:v>
                </c:pt>
                <c:pt idx="28">
                  <c:v>44776</c:v>
                </c:pt>
                <c:pt idx="29">
                  <c:v>44777</c:v>
                </c:pt>
                <c:pt idx="30">
                  <c:v>44778</c:v>
                </c:pt>
                <c:pt idx="31">
                  <c:v>44779</c:v>
                </c:pt>
                <c:pt idx="32">
                  <c:v>44780</c:v>
                </c:pt>
                <c:pt idx="33">
                  <c:v>44781</c:v>
                </c:pt>
                <c:pt idx="34">
                  <c:v>44782</c:v>
                </c:pt>
                <c:pt idx="35">
                  <c:v>44783</c:v>
                </c:pt>
                <c:pt idx="36">
                  <c:v>44784</c:v>
                </c:pt>
                <c:pt idx="37">
                  <c:v>44785</c:v>
                </c:pt>
                <c:pt idx="38">
                  <c:v>44786</c:v>
                </c:pt>
                <c:pt idx="39">
                  <c:v>44787</c:v>
                </c:pt>
                <c:pt idx="40">
                  <c:v>44788</c:v>
                </c:pt>
                <c:pt idx="41">
                  <c:v>44789</c:v>
                </c:pt>
                <c:pt idx="42">
                  <c:v>44790</c:v>
                </c:pt>
                <c:pt idx="43">
                  <c:v>44791</c:v>
                </c:pt>
                <c:pt idx="44">
                  <c:v>44792</c:v>
                </c:pt>
                <c:pt idx="45">
                  <c:v>44793</c:v>
                </c:pt>
                <c:pt idx="46">
                  <c:v>44794</c:v>
                </c:pt>
                <c:pt idx="47">
                  <c:v>44795</c:v>
                </c:pt>
                <c:pt idx="48">
                  <c:v>44796</c:v>
                </c:pt>
                <c:pt idx="49">
                  <c:v>44797</c:v>
                </c:pt>
                <c:pt idx="50">
                  <c:v>44798</c:v>
                </c:pt>
                <c:pt idx="51">
                  <c:v>44799</c:v>
                </c:pt>
                <c:pt idx="52">
                  <c:v>44800</c:v>
                </c:pt>
                <c:pt idx="53">
                  <c:v>44801</c:v>
                </c:pt>
                <c:pt idx="54">
                  <c:v>44802</c:v>
                </c:pt>
                <c:pt idx="55">
                  <c:v>44803</c:v>
                </c:pt>
                <c:pt idx="56">
                  <c:v>44804</c:v>
                </c:pt>
                <c:pt idx="57">
                  <c:v>44805</c:v>
                </c:pt>
                <c:pt idx="58">
                  <c:v>44806</c:v>
                </c:pt>
                <c:pt idx="59">
                  <c:v>44807</c:v>
                </c:pt>
                <c:pt idx="60">
                  <c:v>44808</c:v>
                </c:pt>
                <c:pt idx="61">
                  <c:v>44809</c:v>
                </c:pt>
                <c:pt idx="62">
                  <c:v>44810</c:v>
                </c:pt>
                <c:pt idx="63">
                  <c:v>44811</c:v>
                </c:pt>
                <c:pt idx="64">
                  <c:v>44812</c:v>
                </c:pt>
                <c:pt idx="65">
                  <c:v>44813</c:v>
                </c:pt>
                <c:pt idx="66">
                  <c:v>44814</c:v>
                </c:pt>
                <c:pt idx="67">
                  <c:v>44815</c:v>
                </c:pt>
                <c:pt idx="68">
                  <c:v>44816</c:v>
                </c:pt>
                <c:pt idx="69">
                  <c:v>44817</c:v>
                </c:pt>
                <c:pt idx="70">
                  <c:v>44818</c:v>
                </c:pt>
                <c:pt idx="71">
                  <c:v>44819</c:v>
                </c:pt>
                <c:pt idx="72">
                  <c:v>44820</c:v>
                </c:pt>
                <c:pt idx="73">
                  <c:v>44821</c:v>
                </c:pt>
                <c:pt idx="74">
                  <c:v>44822</c:v>
                </c:pt>
                <c:pt idx="75">
                  <c:v>44823</c:v>
                </c:pt>
                <c:pt idx="76">
                  <c:v>44824</c:v>
                </c:pt>
                <c:pt idx="77">
                  <c:v>44825</c:v>
                </c:pt>
                <c:pt idx="78">
                  <c:v>44826</c:v>
                </c:pt>
                <c:pt idx="79">
                  <c:v>44827</c:v>
                </c:pt>
                <c:pt idx="80">
                  <c:v>44828</c:v>
                </c:pt>
                <c:pt idx="81">
                  <c:v>44829</c:v>
                </c:pt>
                <c:pt idx="82">
                  <c:v>44830</c:v>
                </c:pt>
                <c:pt idx="83">
                  <c:v>44831</c:v>
                </c:pt>
                <c:pt idx="84">
                  <c:v>44832</c:v>
                </c:pt>
                <c:pt idx="85">
                  <c:v>44833</c:v>
                </c:pt>
                <c:pt idx="86">
                  <c:v>44834</c:v>
                </c:pt>
                <c:pt idx="87">
                  <c:v>44835</c:v>
                </c:pt>
                <c:pt idx="88">
                  <c:v>44836</c:v>
                </c:pt>
                <c:pt idx="89">
                  <c:v>44837</c:v>
                </c:pt>
                <c:pt idx="90">
                  <c:v>44838</c:v>
                </c:pt>
                <c:pt idx="91">
                  <c:v>44839</c:v>
                </c:pt>
                <c:pt idx="92">
                  <c:v>44840</c:v>
                </c:pt>
                <c:pt idx="93">
                  <c:v>44841</c:v>
                </c:pt>
                <c:pt idx="94">
                  <c:v>44842</c:v>
                </c:pt>
                <c:pt idx="95">
                  <c:v>44843</c:v>
                </c:pt>
                <c:pt idx="96">
                  <c:v>44844</c:v>
                </c:pt>
                <c:pt idx="97">
                  <c:v>44845</c:v>
                </c:pt>
                <c:pt idx="98">
                  <c:v>44846</c:v>
                </c:pt>
                <c:pt idx="99">
                  <c:v>44847</c:v>
                </c:pt>
                <c:pt idx="100">
                  <c:v>44848</c:v>
                </c:pt>
                <c:pt idx="101">
                  <c:v>44849</c:v>
                </c:pt>
                <c:pt idx="102">
                  <c:v>44850</c:v>
                </c:pt>
                <c:pt idx="103">
                  <c:v>44851</c:v>
                </c:pt>
                <c:pt idx="104">
                  <c:v>44852</c:v>
                </c:pt>
                <c:pt idx="105">
                  <c:v>44853</c:v>
                </c:pt>
                <c:pt idx="106">
                  <c:v>44854</c:v>
                </c:pt>
                <c:pt idx="107">
                  <c:v>44855</c:v>
                </c:pt>
                <c:pt idx="108">
                  <c:v>44856</c:v>
                </c:pt>
                <c:pt idx="109">
                  <c:v>44857</c:v>
                </c:pt>
                <c:pt idx="110">
                  <c:v>44858</c:v>
                </c:pt>
                <c:pt idx="111">
                  <c:v>44859</c:v>
                </c:pt>
                <c:pt idx="112">
                  <c:v>44860</c:v>
                </c:pt>
                <c:pt idx="113">
                  <c:v>44861</c:v>
                </c:pt>
                <c:pt idx="114">
                  <c:v>44862</c:v>
                </c:pt>
                <c:pt idx="115">
                  <c:v>44863</c:v>
                </c:pt>
                <c:pt idx="116">
                  <c:v>44864</c:v>
                </c:pt>
                <c:pt idx="117">
                  <c:v>44865</c:v>
                </c:pt>
                <c:pt idx="118">
                  <c:v>44866</c:v>
                </c:pt>
                <c:pt idx="119">
                  <c:v>44867</c:v>
                </c:pt>
                <c:pt idx="120">
                  <c:v>44868</c:v>
                </c:pt>
                <c:pt idx="121">
                  <c:v>44869</c:v>
                </c:pt>
                <c:pt idx="122">
                  <c:v>44870</c:v>
                </c:pt>
                <c:pt idx="123">
                  <c:v>44871</c:v>
                </c:pt>
                <c:pt idx="124">
                  <c:v>44872</c:v>
                </c:pt>
                <c:pt idx="125">
                  <c:v>44873</c:v>
                </c:pt>
                <c:pt idx="126">
                  <c:v>44874</c:v>
                </c:pt>
                <c:pt idx="127">
                  <c:v>44875</c:v>
                </c:pt>
                <c:pt idx="128">
                  <c:v>44876</c:v>
                </c:pt>
                <c:pt idx="129">
                  <c:v>44877</c:v>
                </c:pt>
                <c:pt idx="130">
                  <c:v>44878</c:v>
                </c:pt>
                <c:pt idx="131">
                  <c:v>44879</c:v>
                </c:pt>
                <c:pt idx="132">
                  <c:v>44880</c:v>
                </c:pt>
                <c:pt idx="133">
                  <c:v>44881</c:v>
                </c:pt>
                <c:pt idx="134">
                  <c:v>44882</c:v>
                </c:pt>
                <c:pt idx="135">
                  <c:v>44883</c:v>
                </c:pt>
                <c:pt idx="136">
                  <c:v>44884</c:v>
                </c:pt>
                <c:pt idx="137">
                  <c:v>44885</c:v>
                </c:pt>
                <c:pt idx="138">
                  <c:v>44886</c:v>
                </c:pt>
                <c:pt idx="139">
                  <c:v>44887</c:v>
                </c:pt>
                <c:pt idx="140">
                  <c:v>44888</c:v>
                </c:pt>
                <c:pt idx="141">
                  <c:v>44889</c:v>
                </c:pt>
                <c:pt idx="142">
                  <c:v>44890</c:v>
                </c:pt>
                <c:pt idx="143">
                  <c:v>44892</c:v>
                </c:pt>
                <c:pt idx="144">
                  <c:v>44893</c:v>
                </c:pt>
                <c:pt idx="145">
                  <c:v>44894</c:v>
                </c:pt>
                <c:pt idx="146">
                  <c:v>44895</c:v>
                </c:pt>
                <c:pt idx="147">
                  <c:v>44896</c:v>
                </c:pt>
                <c:pt idx="148">
                  <c:v>44897</c:v>
                </c:pt>
                <c:pt idx="149">
                  <c:v>44898</c:v>
                </c:pt>
                <c:pt idx="150">
                  <c:v>44899</c:v>
                </c:pt>
                <c:pt idx="151">
                  <c:v>44900</c:v>
                </c:pt>
                <c:pt idx="152">
                  <c:v>44901</c:v>
                </c:pt>
                <c:pt idx="153">
                  <c:v>44902</c:v>
                </c:pt>
                <c:pt idx="154">
                  <c:v>44903</c:v>
                </c:pt>
                <c:pt idx="155">
                  <c:v>44904</c:v>
                </c:pt>
                <c:pt idx="156">
                  <c:v>44905</c:v>
                </c:pt>
                <c:pt idx="157">
                  <c:v>44906</c:v>
                </c:pt>
                <c:pt idx="158">
                  <c:v>44907</c:v>
                </c:pt>
                <c:pt idx="159">
                  <c:v>44908</c:v>
                </c:pt>
                <c:pt idx="160">
                  <c:v>44909</c:v>
                </c:pt>
                <c:pt idx="161">
                  <c:v>44910</c:v>
                </c:pt>
                <c:pt idx="162">
                  <c:v>44911</c:v>
                </c:pt>
                <c:pt idx="163">
                  <c:v>44913</c:v>
                </c:pt>
                <c:pt idx="164">
                  <c:v>44914</c:v>
                </c:pt>
                <c:pt idx="165">
                  <c:v>44915</c:v>
                </c:pt>
                <c:pt idx="166">
                  <c:v>44916</c:v>
                </c:pt>
                <c:pt idx="167">
                  <c:v>44917</c:v>
                </c:pt>
                <c:pt idx="168">
                  <c:v>44918</c:v>
                </c:pt>
                <c:pt idx="169">
                  <c:v>44919</c:v>
                </c:pt>
                <c:pt idx="170">
                  <c:v>44920</c:v>
                </c:pt>
                <c:pt idx="171">
                  <c:v>44921</c:v>
                </c:pt>
                <c:pt idx="172">
                  <c:v>44922</c:v>
                </c:pt>
                <c:pt idx="173">
                  <c:v>44923</c:v>
                </c:pt>
                <c:pt idx="174">
                  <c:v>44924</c:v>
                </c:pt>
                <c:pt idx="175">
                  <c:v>44925</c:v>
                </c:pt>
                <c:pt idx="176">
                  <c:v>44926</c:v>
                </c:pt>
                <c:pt idx="177">
                  <c:v>44927</c:v>
                </c:pt>
                <c:pt idx="178">
                  <c:v>44929</c:v>
                </c:pt>
                <c:pt idx="179">
                  <c:v>44930</c:v>
                </c:pt>
                <c:pt idx="180">
                  <c:v>44931</c:v>
                </c:pt>
                <c:pt idx="181">
                  <c:v>44932</c:v>
                </c:pt>
                <c:pt idx="182">
                  <c:v>44933</c:v>
                </c:pt>
                <c:pt idx="183">
                  <c:v>44934</c:v>
                </c:pt>
                <c:pt idx="184">
                  <c:v>44935</c:v>
                </c:pt>
                <c:pt idx="185">
                  <c:v>44936</c:v>
                </c:pt>
                <c:pt idx="186">
                  <c:v>44937</c:v>
                </c:pt>
                <c:pt idx="187">
                  <c:v>44938</c:v>
                </c:pt>
                <c:pt idx="188">
                  <c:v>44939</c:v>
                </c:pt>
                <c:pt idx="189">
                  <c:v>44940</c:v>
                </c:pt>
                <c:pt idx="190">
                  <c:v>44941</c:v>
                </c:pt>
                <c:pt idx="191">
                  <c:v>44942</c:v>
                </c:pt>
                <c:pt idx="192">
                  <c:v>44943</c:v>
                </c:pt>
                <c:pt idx="193">
                  <c:v>44944</c:v>
                </c:pt>
                <c:pt idx="194">
                  <c:v>44945</c:v>
                </c:pt>
                <c:pt idx="195">
                  <c:v>44946</c:v>
                </c:pt>
                <c:pt idx="196">
                  <c:v>44947</c:v>
                </c:pt>
                <c:pt idx="197">
                  <c:v>44948</c:v>
                </c:pt>
                <c:pt idx="198">
                  <c:v>44949</c:v>
                </c:pt>
                <c:pt idx="199">
                  <c:v>44950</c:v>
                </c:pt>
                <c:pt idx="200">
                  <c:v>44951</c:v>
                </c:pt>
                <c:pt idx="201">
                  <c:v>44952</c:v>
                </c:pt>
                <c:pt idx="202">
                  <c:v>44953</c:v>
                </c:pt>
                <c:pt idx="203">
                  <c:v>44954</c:v>
                </c:pt>
                <c:pt idx="204">
                  <c:v>44955</c:v>
                </c:pt>
                <c:pt idx="205">
                  <c:v>44956</c:v>
                </c:pt>
                <c:pt idx="206">
                  <c:v>44957</c:v>
                </c:pt>
                <c:pt idx="207">
                  <c:v>44958</c:v>
                </c:pt>
                <c:pt idx="208">
                  <c:v>44959</c:v>
                </c:pt>
                <c:pt idx="209">
                  <c:v>44960</c:v>
                </c:pt>
                <c:pt idx="210">
                  <c:v>44961</c:v>
                </c:pt>
                <c:pt idx="211">
                  <c:v>44962</c:v>
                </c:pt>
                <c:pt idx="212">
                  <c:v>44963</c:v>
                </c:pt>
                <c:pt idx="213">
                  <c:v>44964</c:v>
                </c:pt>
                <c:pt idx="214">
                  <c:v>44965</c:v>
                </c:pt>
                <c:pt idx="215">
                  <c:v>44966</c:v>
                </c:pt>
                <c:pt idx="216">
                  <c:v>44967</c:v>
                </c:pt>
                <c:pt idx="217">
                  <c:v>44968</c:v>
                </c:pt>
                <c:pt idx="218">
                  <c:v>44969</c:v>
                </c:pt>
                <c:pt idx="219">
                  <c:v>44970</c:v>
                </c:pt>
                <c:pt idx="220">
                  <c:v>44971</c:v>
                </c:pt>
                <c:pt idx="221">
                  <c:v>44972</c:v>
                </c:pt>
                <c:pt idx="222">
                  <c:v>44973</c:v>
                </c:pt>
                <c:pt idx="223">
                  <c:v>44974</c:v>
                </c:pt>
                <c:pt idx="224">
                  <c:v>44975</c:v>
                </c:pt>
                <c:pt idx="225">
                  <c:v>44976</c:v>
                </c:pt>
                <c:pt idx="226">
                  <c:v>44977</c:v>
                </c:pt>
                <c:pt idx="227">
                  <c:v>44978</c:v>
                </c:pt>
                <c:pt idx="228">
                  <c:v>44979</c:v>
                </c:pt>
                <c:pt idx="229">
                  <c:v>44980</c:v>
                </c:pt>
                <c:pt idx="230">
                  <c:v>44981</c:v>
                </c:pt>
                <c:pt idx="231">
                  <c:v>44982</c:v>
                </c:pt>
                <c:pt idx="232">
                  <c:v>44983</c:v>
                </c:pt>
                <c:pt idx="233">
                  <c:v>44984</c:v>
                </c:pt>
                <c:pt idx="234">
                  <c:v>44985</c:v>
                </c:pt>
                <c:pt idx="235">
                  <c:v>44986</c:v>
                </c:pt>
                <c:pt idx="236">
                  <c:v>44987</c:v>
                </c:pt>
                <c:pt idx="237">
                  <c:v>44988</c:v>
                </c:pt>
                <c:pt idx="238">
                  <c:v>44989</c:v>
                </c:pt>
                <c:pt idx="239">
                  <c:v>44990</c:v>
                </c:pt>
                <c:pt idx="240">
                  <c:v>44991</c:v>
                </c:pt>
                <c:pt idx="241">
                  <c:v>44992</c:v>
                </c:pt>
                <c:pt idx="242">
                  <c:v>44993</c:v>
                </c:pt>
                <c:pt idx="243">
                  <c:v>44994</c:v>
                </c:pt>
                <c:pt idx="244">
                  <c:v>44995</c:v>
                </c:pt>
                <c:pt idx="245">
                  <c:v>44996</c:v>
                </c:pt>
                <c:pt idx="246">
                  <c:v>44997</c:v>
                </c:pt>
                <c:pt idx="247">
                  <c:v>44998</c:v>
                </c:pt>
                <c:pt idx="248">
                  <c:v>44999</c:v>
                </c:pt>
                <c:pt idx="249">
                  <c:v>45000</c:v>
                </c:pt>
                <c:pt idx="250">
                  <c:v>45001</c:v>
                </c:pt>
                <c:pt idx="251">
                  <c:v>45002</c:v>
                </c:pt>
                <c:pt idx="252">
                  <c:v>45003</c:v>
                </c:pt>
                <c:pt idx="253">
                  <c:v>45004</c:v>
                </c:pt>
                <c:pt idx="254">
                  <c:v>45005</c:v>
                </c:pt>
                <c:pt idx="255">
                  <c:v>45006</c:v>
                </c:pt>
                <c:pt idx="256">
                  <c:v>45007</c:v>
                </c:pt>
                <c:pt idx="257">
                  <c:v>45008</c:v>
                </c:pt>
                <c:pt idx="258">
                  <c:v>45009</c:v>
                </c:pt>
                <c:pt idx="259">
                  <c:v>45010</c:v>
                </c:pt>
                <c:pt idx="260">
                  <c:v>45011</c:v>
                </c:pt>
                <c:pt idx="261">
                  <c:v>45012</c:v>
                </c:pt>
                <c:pt idx="262">
                  <c:v>45013</c:v>
                </c:pt>
                <c:pt idx="263">
                  <c:v>45014</c:v>
                </c:pt>
                <c:pt idx="264">
                  <c:v>45015</c:v>
                </c:pt>
                <c:pt idx="265">
                  <c:v>45016</c:v>
                </c:pt>
                <c:pt idx="266">
                  <c:v>45017</c:v>
                </c:pt>
                <c:pt idx="267">
                  <c:v>45018</c:v>
                </c:pt>
                <c:pt idx="268">
                  <c:v>45019</c:v>
                </c:pt>
                <c:pt idx="269">
                  <c:v>45020</c:v>
                </c:pt>
                <c:pt idx="270">
                  <c:v>45021</c:v>
                </c:pt>
                <c:pt idx="271">
                  <c:v>45022</c:v>
                </c:pt>
                <c:pt idx="272">
                  <c:v>45023</c:v>
                </c:pt>
                <c:pt idx="273">
                  <c:v>45024</c:v>
                </c:pt>
                <c:pt idx="274">
                  <c:v>45025</c:v>
                </c:pt>
                <c:pt idx="275">
                  <c:v>45026</c:v>
                </c:pt>
                <c:pt idx="276">
                  <c:v>45027</c:v>
                </c:pt>
                <c:pt idx="277">
                  <c:v>45028</c:v>
                </c:pt>
                <c:pt idx="278">
                  <c:v>45029</c:v>
                </c:pt>
                <c:pt idx="279">
                  <c:v>45030</c:v>
                </c:pt>
                <c:pt idx="280">
                  <c:v>45031</c:v>
                </c:pt>
                <c:pt idx="281">
                  <c:v>45032</c:v>
                </c:pt>
                <c:pt idx="282">
                  <c:v>45033</c:v>
                </c:pt>
                <c:pt idx="283">
                  <c:v>45034</c:v>
                </c:pt>
                <c:pt idx="284">
                  <c:v>45035</c:v>
                </c:pt>
                <c:pt idx="285">
                  <c:v>45036</c:v>
                </c:pt>
                <c:pt idx="286">
                  <c:v>45037</c:v>
                </c:pt>
                <c:pt idx="287">
                  <c:v>45038</c:v>
                </c:pt>
                <c:pt idx="288">
                  <c:v>45039</c:v>
                </c:pt>
                <c:pt idx="289">
                  <c:v>45040</c:v>
                </c:pt>
                <c:pt idx="290">
                  <c:v>45041</c:v>
                </c:pt>
                <c:pt idx="291">
                  <c:v>45042</c:v>
                </c:pt>
                <c:pt idx="292">
                  <c:v>45043</c:v>
                </c:pt>
                <c:pt idx="293">
                  <c:v>45044</c:v>
                </c:pt>
                <c:pt idx="294">
                  <c:v>45045</c:v>
                </c:pt>
                <c:pt idx="295">
                  <c:v>45046</c:v>
                </c:pt>
              </c:numCache>
            </c:numRef>
          </c:cat>
          <c:val>
            <c:numRef>
              <c:f>Лист1!$F$2:$F$297</c:f>
              <c:numCache>
                <c:formatCode>General</c:formatCode>
                <c:ptCount val="296"/>
                <c:pt idx="0">
                  <c:v>19</c:v>
                </c:pt>
                <c:pt idx="1">
                  <c:v>19</c:v>
                </c:pt>
                <c:pt idx="2">
                  <c:v>19</c:v>
                </c:pt>
                <c:pt idx="3">
                  <c:v>19</c:v>
                </c:pt>
                <c:pt idx="4">
                  <c:v>19</c:v>
                </c:pt>
                <c:pt idx="5">
                  <c:v>19</c:v>
                </c:pt>
                <c:pt idx="6">
                  <c:v>19</c:v>
                </c:pt>
                <c:pt idx="7">
                  <c:v>19</c:v>
                </c:pt>
                <c:pt idx="8">
                  <c:v>19</c:v>
                </c:pt>
                <c:pt idx="9">
                  <c:v>19</c:v>
                </c:pt>
                <c:pt idx="10">
                  <c:v>19</c:v>
                </c:pt>
                <c:pt idx="11">
                  <c:v>19</c:v>
                </c:pt>
                <c:pt idx="12">
                  <c:v>19</c:v>
                </c:pt>
                <c:pt idx="13">
                  <c:v>19</c:v>
                </c:pt>
                <c:pt idx="14">
                  <c:v>19</c:v>
                </c:pt>
                <c:pt idx="15">
                  <c:v>19</c:v>
                </c:pt>
                <c:pt idx="16">
                  <c:v>19</c:v>
                </c:pt>
                <c:pt idx="17">
                  <c:v>19</c:v>
                </c:pt>
                <c:pt idx="18">
                  <c:v>19</c:v>
                </c:pt>
                <c:pt idx="19">
                  <c:v>19</c:v>
                </c:pt>
                <c:pt idx="20">
                  <c:v>19</c:v>
                </c:pt>
                <c:pt idx="21">
                  <c:v>19</c:v>
                </c:pt>
                <c:pt idx="22">
                  <c:v>19</c:v>
                </c:pt>
                <c:pt idx="23">
                  <c:v>19</c:v>
                </c:pt>
                <c:pt idx="24">
                  <c:v>19</c:v>
                </c:pt>
                <c:pt idx="25">
                  <c:v>19</c:v>
                </c:pt>
                <c:pt idx="26">
                  <c:v>32</c:v>
                </c:pt>
                <c:pt idx="27">
                  <c:v>32</c:v>
                </c:pt>
                <c:pt idx="28">
                  <c:v>32</c:v>
                </c:pt>
                <c:pt idx="29">
                  <c:v>32</c:v>
                </c:pt>
                <c:pt idx="30">
                  <c:v>32</c:v>
                </c:pt>
                <c:pt idx="31">
                  <c:v>32</c:v>
                </c:pt>
                <c:pt idx="32">
                  <c:v>32</c:v>
                </c:pt>
                <c:pt idx="33">
                  <c:v>32</c:v>
                </c:pt>
                <c:pt idx="34">
                  <c:v>32</c:v>
                </c:pt>
                <c:pt idx="35">
                  <c:v>32</c:v>
                </c:pt>
                <c:pt idx="36">
                  <c:v>32</c:v>
                </c:pt>
                <c:pt idx="37">
                  <c:v>32</c:v>
                </c:pt>
                <c:pt idx="38">
                  <c:v>32</c:v>
                </c:pt>
                <c:pt idx="39">
                  <c:v>32</c:v>
                </c:pt>
                <c:pt idx="40">
                  <c:v>32</c:v>
                </c:pt>
                <c:pt idx="41">
                  <c:v>32</c:v>
                </c:pt>
                <c:pt idx="42">
                  <c:v>32</c:v>
                </c:pt>
                <c:pt idx="43">
                  <c:v>32</c:v>
                </c:pt>
                <c:pt idx="44">
                  <c:v>32</c:v>
                </c:pt>
                <c:pt idx="45">
                  <c:v>32</c:v>
                </c:pt>
                <c:pt idx="46">
                  <c:v>32</c:v>
                </c:pt>
                <c:pt idx="47">
                  <c:v>32</c:v>
                </c:pt>
                <c:pt idx="48">
                  <c:v>32</c:v>
                </c:pt>
                <c:pt idx="49">
                  <c:v>32</c:v>
                </c:pt>
                <c:pt idx="50">
                  <c:v>32</c:v>
                </c:pt>
                <c:pt idx="51">
                  <c:v>32</c:v>
                </c:pt>
                <c:pt idx="52">
                  <c:v>32</c:v>
                </c:pt>
                <c:pt idx="53">
                  <c:v>32</c:v>
                </c:pt>
                <c:pt idx="54">
                  <c:v>32</c:v>
                </c:pt>
                <c:pt idx="55">
                  <c:v>32</c:v>
                </c:pt>
                <c:pt idx="56">
                  <c:v>32</c:v>
                </c:pt>
                <c:pt idx="57">
                  <c:v>29</c:v>
                </c:pt>
                <c:pt idx="58">
                  <c:v>29</c:v>
                </c:pt>
                <c:pt idx="59">
                  <c:v>29</c:v>
                </c:pt>
                <c:pt idx="60">
                  <c:v>29</c:v>
                </c:pt>
                <c:pt idx="61">
                  <c:v>29</c:v>
                </c:pt>
                <c:pt idx="62">
                  <c:v>29</c:v>
                </c:pt>
                <c:pt idx="63">
                  <c:v>29</c:v>
                </c:pt>
                <c:pt idx="64">
                  <c:v>29</c:v>
                </c:pt>
                <c:pt idx="65">
                  <c:v>29</c:v>
                </c:pt>
                <c:pt idx="66">
                  <c:v>29</c:v>
                </c:pt>
                <c:pt idx="67">
                  <c:v>29</c:v>
                </c:pt>
                <c:pt idx="68">
                  <c:v>29</c:v>
                </c:pt>
                <c:pt idx="69">
                  <c:v>29</c:v>
                </c:pt>
                <c:pt idx="70">
                  <c:v>29</c:v>
                </c:pt>
                <c:pt idx="71">
                  <c:v>29</c:v>
                </c:pt>
                <c:pt idx="72">
                  <c:v>29</c:v>
                </c:pt>
                <c:pt idx="73">
                  <c:v>29</c:v>
                </c:pt>
                <c:pt idx="74">
                  <c:v>29</c:v>
                </c:pt>
                <c:pt idx="75">
                  <c:v>29</c:v>
                </c:pt>
                <c:pt idx="76">
                  <c:v>29</c:v>
                </c:pt>
                <c:pt idx="77">
                  <c:v>29</c:v>
                </c:pt>
                <c:pt idx="78">
                  <c:v>29</c:v>
                </c:pt>
                <c:pt idx="79">
                  <c:v>29</c:v>
                </c:pt>
                <c:pt idx="80">
                  <c:v>29</c:v>
                </c:pt>
                <c:pt idx="81">
                  <c:v>29</c:v>
                </c:pt>
                <c:pt idx="82">
                  <c:v>29</c:v>
                </c:pt>
                <c:pt idx="83">
                  <c:v>29</c:v>
                </c:pt>
                <c:pt idx="84">
                  <c:v>29</c:v>
                </c:pt>
                <c:pt idx="85">
                  <c:v>29</c:v>
                </c:pt>
                <c:pt idx="86">
                  <c:v>29</c:v>
                </c:pt>
                <c:pt idx="87">
                  <c:v>35</c:v>
                </c:pt>
                <c:pt idx="88">
                  <c:v>35</c:v>
                </c:pt>
                <c:pt idx="89">
                  <c:v>35</c:v>
                </c:pt>
                <c:pt idx="90">
                  <c:v>35</c:v>
                </c:pt>
                <c:pt idx="91">
                  <c:v>35</c:v>
                </c:pt>
                <c:pt idx="92">
                  <c:v>35</c:v>
                </c:pt>
                <c:pt idx="93">
                  <c:v>35</c:v>
                </c:pt>
                <c:pt idx="94">
                  <c:v>35</c:v>
                </c:pt>
                <c:pt idx="95">
                  <c:v>35</c:v>
                </c:pt>
                <c:pt idx="96">
                  <c:v>35</c:v>
                </c:pt>
                <c:pt idx="97">
                  <c:v>35</c:v>
                </c:pt>
                <c:pt idx="98">
                  <c:v>35</c:v>
                </c:pt>
                <c:pt idx="99">
                  <c:v>35</c:v>
                </c:pt>
                <c:pt idx="100">
                  <c:v>35</c:v>
                </c:pt>
                <c:pt idx="101">
                  <c:v>35</c:v>
                </c:pt>
                <c:pt idx="102">
                  <c:v>35</c:v>
                </c:pt>
                <c:pt idx="103">
                  <c:v>35</c:v>
                </c:pt>
                <c:pt idx="104">
                  <c:v>35</c:v>
                </c:pt>
                <c:pt idx="105">
                  <c:v>35</c:v>
                </c:pt>
                <c:pt idx="106">
                  <c:v>35</c:v>
                </c:pt>
                <c:pt idx="107">
                  <c:v>35</c:v>
                </c:pt>
                <c:pt idx="108">
                  <c:v>35</c:v>
                </c:pt>
                <c:pt idx="109">
                  <c:v>35</c:v>
                </c:pt>
                <c:pt idx="110">
                  <c:v>35</c:v>
                </c:pt>
                <c:pt idx="111">
                  <c:v>35</c:v>
                </c:pt>
                <c:pt idx="112">
                  <c:v>35</c:v>
                </c:pt>
                <c:pt idx="113">
                  <c:v>35</c:v>
                </c:pt>
                <c:pt idx="114">
                  <c:v>35</c:v>
                </c:pt>
                <c:pt idx="115">
                  <c:v>35</c:v>
                </c:pt>
                <c:pt idx="116">
                  <c:v>35</c:v>
                </c:pt>
                <c:pt idx="117">
                  <c:v>35</c:v>
                </c:pt>
                <c:pt idx="118">
                  <c:v>38</c:v>
                </c:pt>
                <c:pt idx="119">
                  <c:v>38</c:v>
                </c:pt>
                <c:pt idx="120">
                  <c:v>38</c:v>
                </c:pt>
                <c:pt idx="121">
                  <c:v>38</c:v>
                </c:pt>
                <c:pt idx="122">
                  <c:v>38</c:v>
                </c:pt>
                <c:pt idx="123">
                  <c:v>38</c:v>
                </c:pt>
                <c:pt idx="124">
                  <c:v>38</c:v>
                </c:pt>
                <c:pt idx="125">
                  <c:v>38</c:v>
                </c:pt>
                <c:pt idx="126">
                  <c:v>38</c:v>
                </c:pt>
                <c:pt idx="127">
                  <c:v>38</c:v>
                </c:pt>
                <c:pt idx="128">
                  <c:v>38</c:v>
                </c:pt>
                <c:pt idx="129">
                  <c:v>38</c:v>
                </c:pt>
                <c:pt idx="130">
                  <c:v>38</c:v>
                </c:pt>
                <c:pt idx="131">
                  <c:v>38</c:v>
                </c:pt>
                <c:pt idx="132">
                  <c:v>38</c:v>
                </c:pt>
                <c:pt idx="133">
                  <c:v>38</c:v>
                </c:pt>
                <c:pt idx="134">
                  <c:v>38</c:v>
                </c:pt>
                <c:pt idx="135">
                  <c:v>38</c:v>
                </c:pt>
                <c:pt idx="136">
                  <c:v>38</c:v>
                </c:pt>
                <c:pt idx="137">
                  <c:v>38</c:v>
                </c:pt>
                <c:pt idx="138">
                  <c:v>38</c:v>
                </c:pt>
                <c:pt idx="139">
                  <c:v>38</c:v>
                </c:pt>
                <c:pt idx="140">
                  <c:v>38</c:v>
                </c:pt>
                <c:pt idx="141">
                  <c:v>38</c:v>
                </c:pt>
                <c:pt idx="142">
                  <c:v>38</c:v>
                </c:pt>
                <c:pt idx="143">
                  <c:v>38</c:v>
                </c:pt>
                <c:pt idx="144">
                  <c:v>38</c:v>
                </c:pt>
                <c:pt idx="145">
                  <c:v>38</c:v>
                </c:pt>
                <c:pt idx="146">
                  <c:v>38</c:v>
                </c:pt>
                <c:pt idx="147">
                  <c:v>38</c:v>
                </c:pt>
                <c:pt idx="148">
                  <c:v>38</c:v>
                </c:pt>
                <c:pt idx="149">
                  <c:v>38</c:v>
                </c:pt>
                <c:pt idx="150">
                  <c:v>38</c:v>
                </c:pt>
                <c:pt idx="151">
                  <c:v>38</c:v>
                </c:pt>
                <c:pt idx="152">
                  <c:v>38</c:v>
                </c:pt>
                <c:pt idx="153">
                  <c:v>38</c:v>
                </c:pt>
                <c:pt idx="154">
                  <c:v>38</c:v>
                </c:pt>
                <c:pt idx="155">
                  <c:v>38</c:v>
                </c:pt>
                <c:pt idx="156">
                  <c:v>38</c:v>
                </c:pt>
                <c:pt idx="157">
                  <c:v>38</c:v>
                </c:pt>
                <c:pt idx="158">
                  <c:v>38</c:v>
                </c:pt>
                <c:pt idx="159">
                  <c:v>38</c:v>
                </c:pt>
                <c:pt idx="160">
                  <c:v>38</c:v>
                </c:pt>
                <c:pt idx="161">
                  <c:v>38</c:v>
                </c:pt>
                <c:pt idx="162">
                  <c:v>38</c:v>
                </c:pt>
                <c:pt idx="163">
                  <c:v>38</c:v>
                </c:pt>
                <c:pt idx="164">
                  <c:v>38</c:v>
                </c:pt>
                <c:pt idx="165">
                  <c:v>38</c:v>
                </c:pt>
                <c:pt idx="166">
                  <c:v>38</c:v>
                </c:pt>
                <c:pt idx="167">
                  <c:v>38</c:v>
                </c:pt>
                <c:pt idx="168">
                  <c:v>38</c:v>
                </c:pt>
                <c:pt idx="169">
                  <c:v>38</c:v>
                </c:pt>
                <c:pt idx="170">
                  <c:v>38</c:v>
                </c:pt>
                <c:pt idx="171">
                  <c:v>38</c:v>
                </c:pt>
                <c:pt idx="172">
                  <c:v>38</c:v>
                </c:pt>
                <c:pt idx="173">
                  <c:v>38</c:v>
                </c:pt>
                <c:pt idx="174">
                  <c:v>38</c:v>
                </c:pt>
                <c:pt idx="175">
                  <c:v>38</c:v>
                </c:pt>
                <c:pt idx="176">
                  <c:v>38</c:v>
                </c:pt>
                <c:pt idx="177">
                  <c:v>64</c:v>
                </c:pt>
                <c:pt idx="178">
                  <c:v>64</c:v>
                </c:pt>
                <c:pt idx="179">
                  <c:v>64</c:v>
                </c:pt>
                <c:pt idx="180">
                  <c:v>64</c:v>
                </c:pt>
                <c:pt idx="181">
                  <c:v>64</c:v>
                </c:pt>
                <c:pt idx="182">
                  <c:v>64</c:v>
                </c:pt>
                <c:pt idx="183">
                  <c:v>64</c:v>
                </c:pt>
                <c:pt idx="184">
                  <c:v>64</c:v>
                </c:pt>
                <c:pt idx="185">
                  <c:v>64</c:v>
                </c:pt>
                <c:pt idx="186">
                  <c:v>64</c:v>
                </c:pt>
                <c:pt idx="187">
                  <c:v>64</c:v>
                </c:pt>
                <c:pt idx="188">
                  <c:v>64</c:v>
                </c:pt>
                <c:pt idx="189">
                  <c:v>64</c:v>
                </c:pt>
                <c:pt idx="190">
                  <c:v>64</c:v>
                </c:pt>
                <c:pt idx="191">
                  <c:v>64</c:v>
                </c:pt>
                <c:pt idx="192">
                  <c:v>64</c:v>
                </c:pt>
                <c:pt idx="193">
                  <c:v>64</c:v>
                </c:pt>
                <c:pt idx="194">
                  <c:v>64</c:v>
                </c:pt>
                <c:pt idx="195">
                  <c:v>64</c:v>
                </c:pt>
                <c:pt idx="196">
                  <c:v>64</c:v>
                </c:pt>
                <c:pt idx="197">
                  <c:v>64</c:v>
                </c:pt>
                <c:pt idx="198">
                  <c:v>64</c:v>
                </c:pt>
                <c:pt idx="199">
                  <c:v>64</c:v>
                </c:pt>
                <c:pt idx="200">
                  <c:v>64</c:v>
                </c:pt>
                <c:pt idx="201">
                  <c:v>64</c:v>
                </c:pt>
                <c:pt idx="202">
                  <c:v>64</c:v>
                </c:pt>
                <c:pt idx="203">
                  <c:v>64</c:v>
                </c:pt>
                <c:pt idx="204">
                  <c:v>64</c:v>
                </c:pt>
                <c:pt idx="205">
                  <c:v>64</c:v>
                </c:pt>
                <c:pt idx="206">
                  <c:v>64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90</c:v>
                </c:pt>
                <c:pt idx="222">
                  <c:v>90</c:v>
                </c:pt>
                <c:pt idx="223">
                  <c:v>90</c:v>
                </c:pt>
                <c:pt idx="224">
                  <c:v>90</c:v>
                </c:pt>
                <c:pt idx="225">
                  <c:v>90</c:v>
                </c:pt>
                <c:pt idx="226">
                  <c:v>90</c:v>
                </c:pt>
                <c:pt idx="227">
                  <c:v>90</c:v>
                </c:pt>
                <c:pt idx="228">
                  <c:v>90</c:v>
                </c:pt>
                <c:pt idx="229">
                  <c:v>90</c:v>
                </c:pt>
                <c:pt idx="230">
                  <c:v>90</c:v>
                </c:pt>
                <c:pt idx="231">
                  <c:v>90</c:v>
                </c:pt>
                <c:pt idx="232">
                  <c:v>90</c:v>
                </c:pt>
                <c:pt idx="233">
                  <c:v>90</c:v>
                </c:pt>
                <c:pt idx="234">
                  <c:v>90</c:v>
                </c:pt>
                <c:pt idx="235">
                  <c:v>184</c:v>
                </c:pt>
                <c:pt idx="236">
                  <c:v>184</c:v>
                </c:pt>
                <c:pt idx="237">
                  <c:v>184</c:v>
                </c:pt>
                <c:pt idx="238">
                  <c:v>184</c:v>
                </c:pt>
                <c:pt idx="239">
                  <c:v>184</c:v>
                </c:pt>
                <c:pt idx="240">
                  <c:v>184</c:v>
                </c:pt>
                <c:pt idx="241">
                  <c:v>184</c:v>
                </c:pt>
                <c:pt idx="242">
                  <c:v>184</c:v>
                </c:pt>
                <c:pt idx="243">
                  <c:v>184</c:v>
                </c:pt>
                <c:pt idx="244">
                  <c:v>184</c:v>
                </c:pt>
                <c:pt idx="245">
                  <c:v>184</c:v>
                </c:pt>
                <c:pt idx="246">
                  <c:v>184</c:v>
                </c:pt>
                <c:pt idx="247">
                  <c:v>184</c:v>
                </c:pt>
                <c:pt idx="248">
                  <c:v>184</c:v>
                </c:pt>
                <c:pt idx="249">
                  <c:v>184</c:v>
                </c:pt>
                <c:pt idx="250">
                  <c:v>184</c:v>
                </c:pt>
                <c:pt idx="251">
                  <c:v>184</c:v>
                </c:pt>
                <c:pt idx="252">
                  <c:v>184</c:v>
                </c:pt>
                <c:pt idx="253">
                  <c:v>184</c:v>
                </c:pt>
                <c:pt idx="254">
                  <c:v>184</c:v>
                </c:pt>
                <c:pt idx="255">
                  <c:v>184</c:v>
                </c:pt>
                <c:pt idx="256">
                  <c:v>184</c:v>
                </c:pt>
                <c:pt idx="257">
                  <c:v>184</c:v>
                </c:pt>
                <c:pt idx="258">
                  <c:v>184</c:v>
                </c:pt>
                <c:pt idx="259">
                  <c:v>184</c:v>
                </c:pt>
                <c:pt idx="260">
                  <c:v>184</c:v>
                </c:pt>
                <c:pt idx="261">
                  <c:v>184</c:v>
                </c:pt>
                <c:pt idx="262">
                  <c:v>184</c:v>
                </c:pt>
                <c:pt idx="263">
                  <c:v>184</c:v>
                </c:pt>
                <c:pt idx="264">
                  <c:v>184</c:v>
                </c:pt>
                <c:pt idx="265">
                  <c:v>184</c:v>
                </c:pt>
                <c:pt idx="266">
                  <c:v>130</c:v>
                </c:pt>
                <c:pt idx="267">
                  <c:v>130</c:v>
                </c:pt>
                <c:pt idx="268">
                  <c:v>130</c:v>
                </c:pt>
                <c:pt idx="269">
                  <c:v>130</c:v>
                </c:pt>
                <c:pt idx="270">
                  <c:v>130</c:v>
                </c:pt>
                <c:pt idx="271">
                  <c:v>130</c:v>
                </c:pt>
                <c:pt idx="272">
                  <c:v>130</c:v>
                </c:pt>
                <c:pt idx="273">
                  <c:v>130</c:v>
                </c:pt>
                <c:pt idx="274">
                  <c:v>130</c:v>
                </c:pt>
                <c:pt idx="275">
                  <c:v>130</c:v>
                </c:pt>
                <c:pt idx="276">
                  <c:v>130</c:v>
                </c:pt>
                <c:pt idx="277">
                  <c:v>130</c:v>
                </c:pt>
                <c:pt idx="278">
                  <c:v>130</c:v>
                </c:pt>
                <c:pt idx="279">
                  <c:v>130</c:v>
                </c:pt>
                <c:pt idx="280">
                  <c:v>130</c:v>
                </c:pt>
                <c:pt idx="281">
                  <c:v>130</c:v>
                </c:pt>
                <c:pt idx="282">
                  <c:v>130</c:v>
                </c:pt>
                <c:pt idx="283">
                  <c:v>130</c:v>
                </c:pt>
                <c:pt idx="284">
                  <c:v>130</c:v>
                </c:pt>
                <c:pt idx="285">
                  <c:v>130</c:v>
                </c:pt>
                <c:pt idx="286">
                  <c:v>130</c:v>
                </c:pt>
                <c:pt idx="287">
                  <c:v>130</c:v>
                </c:pt>
                <c:pt idx="288">
                  <c:v>130</c:v>
                </c:pt>
                <c:pt idx="289">
                  <c:v>130</c:v>
                </c:pt>
                <c:pt idx="290">
                  <c:v>130</c:v>
                </c:pt>
                <c:pt idx="291">
                  <c:v>130</c:v>
                </c:pt>
                <c:pt idx="292">
                  <c:v>130</c:v>
                </c:pt>
                <c:pt idx="293">
                  <c:v>130</c:v>
                </c:pt>
                <c:pt idx="294">
                  <c:v>130</c:v>
                </c:pt>
                <c:pt idx="295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1E-4875-9D54-59AD929D5F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7645583"/>
        <c:axId val="697594223"/>
      </c:lineChart>
      <c:dateAx>
        <c:axId val="697645583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97594223"/>
        <c:crosses val="autoZero"/>
        <c:auto val="1"/>
        <c:lblOffset val="100"/>
        <c:baseTimeUnit val="days"/>
      </c:dateAx>
      <c:valAx>
        <c:axId val="697594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97645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3">
        <a:alpha val="0"/>
      </a:schemeClr>
    </dgm:fillClrLst>
    <dgm:linClrLst meth="repeat">
      <a:schemeClr val="accent3">
        <a:alpha val="0"/>
      </a:schemeClr>
    </dgm:linClrLst>
    <dgm:effectClrLst/>
    <dgm:txLinClrLst/>
    <dgm:txFillClrLst meth="repeat">
      <a:schemeClr val="accent3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53F569-5A20-4683-B98F-C8B60681ABC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ru-RU"/>
        </a:p>
      </dgm:t>
    </dgm:pt>
    <dgm:pt modelId="{894156C0-CB75-4CAB-985E-52EE2B9C309E}">
      <dgm:prSet phldrT="[Текст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/>
            <a:t>Общие показатели игры</a:t>
          </a:r>
          <a:endParaRPr lang="ru-RU" dirty="0"/>
        </a:p>
      </dgm:t>
    </dgm:pt>
    <dgm:pt modelId="{368DAEC4-1E39-4EB0-83DF-6EB3A9EC64A5}" type="parTrans" cxnId="{24D1C34A-F2CD-4547-BBE7-991F6A08AACB}">
      <dgm:prSet/>
      <dgm:spPr/>
      <dgm:t>
        <a:bodyPr/>
        <a:lstStyle/>
        <a:p>
          <a:endParaRPr lang="ru-RU"/>
        </a:p>
      </dgm:t>
    </dgm:pt>
    <dgm:pt modelId="{4FFA057D-B81F-4E84-978E-70F9261E6287}" type="sibTrans" cxnId="{24D1C34A-F2CD-4547-BBE7-991F6A08AACB}">
      <dgm:prSet/>
      <dgm:spPr/>
      <dgm:t>
        <a:bodyPr/>
        <a:lstStyle/>
        <a:p>
          <a:endParaRPr lang="ru-RU"/>
        </a:p>
      </dgm:t>
    </dgm:pt>
    <dgm:pt modelId="{9CEF1889-D3E1-4010-AC43-80DED6ACA99F}">
      <dgm:prSet phldrT="[Текст]" phldr="0"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Анализ пользователей игры</a:t>
          </a:r>
          <a:endParaRPr lang="ru-RU" dirty="0"/>
        </a:p>
      </dgm:t>
    </dgm:pt>
    <dgm:pt modelId="{9584D0A9-E788-4D4F-A044-8832FEAB9CB3}" type="parTrans" cxnId="{7AF1073F-B3A7-4E4D-83DF-8BC55362E68E}">
      <dgm:prSet/>
      <dgm:spPr/>
      <dgm:t>
        <a:bodyPr/>
        <a:lstStyle/>
        <a:p>
          <a:endParaRPr lang="ru-RU"/>
        </a:p>
      </dgm:t>
    </dgm:pt>
    <dgm:pt modelId="{E06DEA24-EE53-40A1-A040-DED32CFB50A4}" type="sibTrans" cxnId="{7AF1073F-B3A7-4E4D-83DF-8BC55362E68E}">
      <dgm:prSet/>
      <dgm:spPr/>
      <dgm:t>
        <a:bodyPr/>
        <a:lstStyle/>
        <a:p>
          <a:endParaRPr lang="ru-RU"/>
        </a:p>
      </dgm:t>
    </dgm:pt>
    <dgm:pt modelId="{666011E9-931D-4C8B-B6E8-9DC4A2B89395}">
      <dgm:prSet phldrT="[Текст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/>
            <a:t>Маркетинговый анализ</a:t>
          </a:r>
          <a:endParaRPr lang="ru-RU" dirty="0"/>
        </a:p>
      </dgm:t>
    </dgm:pt>
    <dgm:pt modelId="{06B981DF-86DF-46BE-BB51-0861F5B22E2A}" type="parTrans" cxnId="{7CFD81CB-EA94-4F3F-AD22-561C85B726F9}">
      <dgm:prSet/>
      <dgm:spPr/>
      <dgm:t>
        <a:bodyPr/>
        <a:lstStyle/>
        <a:p>
          <a:endParaRPr lang="ru-RU"/>
        </a:p>
      </dgm:t>
    </dgm:pt>
    <dgm:pt modelId="{889EFB31-1EB7-4C89-9943-D1944AD17A7F}" type="sibTrans" cxnId="{7CFD81CB-EA94-4F3F-AD22-561C85B726F9}">
      <dgm:prSet/>
      <dgm:spPr/>
      <dgm:t>
        <a:bodyPr/>
        <a:lstStyle/>
        <a:p>
          <a:endParaRPr lang="ru-RU"/>
        </a:p>
      </dgm:t>
    </dgm:pt>
    <dgm:pt modelId="{B005FBE3-B634-440A-B41F-4F3CE51A6659}">
      <dgm:prSet phldrT="[Текст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MAU / WAU / DAU</a:t>
          </a:r>
          <a:endParaRPr lang="ru-RU" dirty="0"/>
        </a:p>
      </dgm:t>
    </dgm:pt>
    <dgm:pt modelId="{09B15BE3-4F47-4216-9D93-B118EAC1D285}" type="parTrans" cxnId="{7D4BF8FD-4FA5-4745-A260-B2AEF4F58F27}">
      <dgm:prSet/>
      <dgm:spPr/>
      <dgm:t>
        <a:bodyPr/>
        <a:lstStyle/>
        <a:p>
          <a:endParaRPr lang="ru-RU"/>
        </a:p>
      </dgm:t>
    </dgm:pt>
    <dgm:pt modelId="{A54803EB-17D0-499D-8768-CC9972891C16}" type="sibTrans" cxnId="{7D4BF8FD-4FA5-4745-A260-B2AEF4F58F27}">
      <dgm:prSet/>
      <dgm:spPr/>
      <dgm:t>
        <a:bodyPr/>
        <a:lstStyle/>
        <a:p>
          <a:endParaRPr lang="ru-RU"/>
        </a:p>
      </dgm:t>
    </dgm:pt>
    <dgm:pt modelId="{99E877BF-971F-4C75-84FF-7E1931C74141}">
      <dgm:prSet phldrT="[Текст]" phldr="0"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Анализ игровых сессий</a:t>
          </a:r>
          <a:endParaRPr lang="ru-RU" dirty="0"/>
        </a:p>
      </dgm:t>
    </dgm:pt>
    <dgm:pt modelId="{729F25FC-6EBF-4A1F-92E0-6C78B66D8883}" type="parTrans" cxnId="{AE9B95CD-2A6B-48B3-B899-1EC5587A702F}">
      <dgm:prSet/>
      <dgm:spPr/>
      <dgm:t>
        <a:bodyPr/>
        <a:lstStyle/>
        <a:p>
          <a:endParaRPr lang="ru-RU"/>
        </a:p>
      </dgm:t>
    </dgm:pt>
    <dgm:pt modelId="{5FE328FC-A0FF-4AC5-AD40-00A5F8DD3EE2}" type="sibTrans" cxnId="{AE9B95CD-2A6B-48B3-B899-1EC5587A702F}">
      <dgm:prSet/>
      <dgm:spPr/>
      <dgm:t>
        <a:bodyPr/>
        <a:lstStyle/>
        <a:p>
          <a:endParaRPr lang="ru-RU"/>
        </a:p>
      </dgm:t>
    </dgm:pt>
    <dgm:pt modelId="{6C80E3F9-7E42-4879-A291-9E404DFFC4BD}">
      <dgm:prSet phldrT="[Текст]" phldr="0"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Анализ вовлеченных юзеров и «приглашений»</a:t>
          </a:r>
          <a:endParaRPr lang="ru-RU" dirty="0"/>
        </a:p>
      </dgm:t>
    </dgm:pt>
    <dgm:pt modelId="{927D3C87-EF43-4EA1-B068-CA431FCB3EE1}" type="parTrans" cxnId="{16BEF30A-33ED-4E01-A59A-5BE470A26CB6}">
      <dgm:prSet/>
      <dgm:spPr/>
      <dgm:t>
        <a:bodyPr/>
        <a:lstStyle/>
        <a:p>
          <a:endParaRPr lang="ru-RU"/>
        </a:p>
      </dgm:t>
    </dgm:pt>
    <dgm:pt modelId="{F879CA27-9091-4CC2-961D-E320AC548A59}" type="sibTrans" cxnId="{16BEF30A-33ED-4E01-A59A-5BE470A26CB6}">
      <dgm:prSet/>
      <dgm:spPr/>
      <dgm:t>
        <a:bodyPr/>
        <a:lstStyle/>
        <a:p>
          <a:endParaRPr lang="ru-RU"/>
        </a:p>
      </dgm:t>
    </dgm:pt>
    <dgm:pt modelId="{C1161F1D-44C9-4F96-8B69-A0D13F5FF9DC}">
      <dgm:prSet phldrT="[Текст]" phldr="0"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Анализ ошибок и «битых записей» игры</a:t>
          </a:r>
          <a:endParaRPr lang="ru-RU" dirty="0"/>
        </a:p>
      </dgm:t>
    </dgm:pt>
    <dgm:pt modelId="{3C75E138-0143-4F46-86CC-F334F313DFAE}" type="parTrans" cxnId="{022CC146-3862-4D12-BEF2-4E8549F4F094}">
      <dgm:prSet/>
      <dgm:spPr/>
      <dgm:t>
        <a:bodyPr/>
        <a:lstStyle/>
        <a:p>
          <a:endParaRPr lang="ru-RU"/>
        </a:p>
      </dgm:t>
    </dgm:pt>
    <dgm:pt modelId="{5FB7AB99-44A4-4198-962E-B347FBEE415B}" type="sibTrans" cxnId="{022CC146-3862-4D12-BEF2-4E8549F4F094}">
      <dgm:prSet/>
      <dgm:spPr/>
      <dgm:t>
        <a:bodyPr/>
        <a:lstStyle/>
        <a:p>
          <a:endParaRPr lang="ru-RU"/>
        </a:p>
      </dgm:t>
    </dgm:pt>
    <dgm:pt modelId="{9565935F-10A5-4C9E-873B-EDF6C7FE32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/>
            <a:t>Анализ лояльности пользователей</a:t>
          </a:r>
          <a:endParaRPr lang="ru-RU" dirty="0"/>
        </a:p>
      </dgm:t>
    </dgm:pt>
    <dgm:pt modelId="{67AA8501-E99E-4D4B-9A71-3B9F776915B9}" type="parTrans" cxnId="{C291E2DE-4003-4DBA-8AAF-91458B67B9A5}">
      <dgm:prSet/>
      <dgm:spPr/>
      <dgm:t>
        <a:bodyPr/>
        <a:lstStyle/>
        <a:p>
          <a:endParaRPr lang="ru-RU"/>
        </a:p>
      </dgm:t>
    </dgm:pt>
    <dgm:pt modelId="{CB5BFF45-7519-4D14-9239-7F4D3A144F06}" type="sibTrans" cxnId="{C291E2DE-4003-4DBA-8AAF-91458B67B9A5}">
      <dgm:prSet/>
      <dgm:spPr/>
      <dgm:t>
        <a:bodyPr/>
        <a:lstStyle/>
        <a:p>
          <a:endParaRPr lang="ru-RU"/>
        </a:p>
      </dgm:t>
    </dgm:pt>
    <dgm:pt modelId="{87773283-145E-4E69-9048-D064FAA23506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Динамика средних платежей</a:t>
          </a:r>
          <a:endParaRPr lang="ru-RU" dirty="0"/>
        </a:p>
      </dgm:t>
    </dgm:pt>
    <dgm:pt modelId="{A12640CA-24C5-4121-945C-84F6AE1C738B}" type="parTrans" cxnId="{9F71AB93-1575-4574-B3FD-123F0CAB4D68}">
      <dgm:prSet/>
      <dgm:spPr/>
      <dgm:t>
        <a:bodyPr/>
        <a:lstStyle/>
        <a:p>
          <a:endParaRPr lang="ru-RU"/>
        </a:p>
      </dgm:t>
    </dgm:pt>
    <dgm:pt modelId="{04C495FA-1141-4976-8976-0A498890B193}" type="sibTrans" cxnId="{9F71AB93-1575-4574-B3FD-123F0CAB4D68}">
      <dgm:prSet/>
      <dgm:spPr/>
      <dgm:t>
        <a:bodyPr/>
        <a:lstStyle/>
        <a:p>
          <a:endParaRPr lang="ru-RU"/>
        </a:p>
      </dgm:t>
    </dgm:pt>
    <dgm:pt modelId="{8B6BB3A4-25B4-43D7-89F8-6D249B949F23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Динамика клиентских выплат по типу продукта</a:t>
          </a:r>
          <a:endParaRPr lang="ru-RU" dirty="0"/>
        </a:p>
      </dgm:t>
    </dgm:pt>
    <dgm:pt modelId="{EB11A30C-C53E-4808-93EA-40D7F32D9EC9}" type="parTrans" cxnId="{E07FF829-AEE9-402E-A7B1-E2A16AFB6F98}">
      <dgm:prSet/>
      <dgm:spPr/>
      <dgm:t>
        <a:bodyPr/>
        <a:lstStyle/>
        <a:p>
          <a:endParaRPr lang="ru-RU"/>
        </a:p>
      </dgm:t>
    </dgm:pt>
    <dgm:pt modelId="{73E02130-2FDA-45FE-8D08-404C1556E1C1}" type="sibTrans" cxnId="{E07FF829-AEE9-402E-A7B1-E2A16AFB6F98}">
      <dgm:prSet/>
      <dgm:spPr/>
      <dgm:t>
        <a:bodyPr/>
        <a:lstStyle/>
        <a:p>
          <a:endParaRPr lang="ru-RU"/>
        </a:p>
      </dgm:t>
    </dgm:pt>
    <dgm:pt modelId="{2268D54E-0B39-4B7F-801E-956F4C2D90F5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Анализ финансовых итогов в следствии изменения цены</a:t>
          </a:r>
          <a:endParaRPr lang="ru-RU" dirty="0"/>
        </a:p>
      </dgm:t>
    </dgm:pt>
    <dgm:pt modelId="{B950D271-3356-435C-AAAA-050E97B1343C}" type="parTrans" cxnId="{67FDA1C6-780C-4B10-B81E-51095FB9BFF7}">
      <dgm:prSet/>
      <dgm:spPr/>
      <dgm:t>
        <a:bodyPr/>
        <a:lstStyle/>
        <a:p>
          <a:endParaRPr lang="ru-RU"/>
        </a:p>
      </dgm:t>
    </dgm:pt>
    <dgm:pt modelId="{30B51E00-08BE-4653-9AF5-379992E63C3A}" type="sibTrans" cxnId="{67FDA1C6-780C-4B10-B81E-51095FB9BFF7}">
      <dgm:prSet/>
      <dgm:spPr/>
      <dgm:t>
        <a:bodyPr/>
        <a:lstStyle/>
        <a:p>
          <a:endParaRPr lang="ru-RU"/>
        </a:p>
      </dgm:t>
    </dgm:pt>
    <dgm:pt modelId="{FC1E3E04-C346-4653-82E8-4154A5F0C0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LMAU </a:t>
          </a:r>
          <a:r>
            <a:rPr lang="ru-RU" dirty="0"/>
            <a:t>для различных вариантов лояльных пользователей</a:t>
          </a:r>
        </a:p>
      </dgm:t>
    </dgm:pt>
    <dgm:pt modelId="{3F8FD8D7-E375-4343-A90A-ADE9BD539F51}" type="parTrans" cxnId="{7165469C-AC74-4A71-8515-5528EE8C9137}">
      <dgm:prSet/>
      <dgm:spPr/>
      <dgm:t>
        <a:bodyPr/>
        <a:lstStyle/>
        <a:p>
          <a:endParaRPr lang="ru-RU"/>
        </a:p>
      </dgm:t>
    </dgm:pt>
    <dgm:pt modelId="{47B25762-538F-4672-95A1-F7724FCE495F}" type="sibTrans" cxnId="{7165469C-AC74-4A71-8515-5528EE8C9137}">
      <dgm:prSet/>
      <dgm:spPr/>
      <dgm:t>
        <a:bodyPr/>
        <a:lstStyle/>
        <a:p>
          <a:endParaRPr lang="ru-RU"/>
        </a:p>
      </dgm:t>
    </dgm:pt>
    <dgm:pt modelId="{1E82B9C0-DC8B-44D9-8217-901F9451AA94}">
      <dgm:prSet phldrT="[Текст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Sticky Factor SFW / SFM</a:t>
          </a:r>
          <a:endParaRPr lang="ru-RU" dirty="0"/>
        </a:p>
      </dgm:t>
    </dgm:pt>
    <dgm:pt modelId="{48FF1754-7DAB-49A6-9571-218D1B8A14E8}" type="parTrans" cxnId="{D2F6B79E-711C-449F-B4FF-AF2DF9554CB3}">
      <dgm:prSet/>
      <dgm:spPr/>
      <dgm:t>
        <a:bodyPr/>
        <a:lstStyle/>
        <a:p>
          <a:endParaRPr lang="ru-RU"/>
        </a:p>
      </dgm:t>
    </dgm:pt>
    <dgm:pt modelId="{D33B21C1-2C9F-41E9-B8DC-4613461B0A51}" type="sibTrans" cxnId="{D2F6B79E-711C-449F-B4FF-AF2DF9554CB3}">
      <dgm:prSet/>
      <dgm:spPr/>
      <dgm:t>
        <a:bodyPr/>
        <a:lstStyle/>
        <a:p>
          <a:endParaRPr lang="ru-RU"/>
        </a:p>
      </dgm:t>
    </dgm:pt>
    <dgm:pt modelId="{6EF1E0E5-99B9-4050-9225-A6A2C3235037}">
      <dgm:prSet phldrT="[Текст]" phldr="0"/>
      <dgm:spPr/>
      <dgm:t>
        <a:bodyPr/>
        <a:lstStyle/>
        <a:p>
          <a:pPr>
            <a:lnSpc>
              <a:spcPct val="100000"/>
            </a:lnSpc>
          </a:pPr>
          <a:endParaRPr lang="ru-RU" dirty="0"/>
        </a:p>
      </dgm:t>
    </dgm:pt>
    <dgm:pt modelId="{41DB31B4-D8FC-40CB-A617-3979521DD3A5}" type="parTrans" cxnId="{6A1072D9-C53C-431A-BB9E-7108F54231B8}">
      <dgm:prSet/>
      <dgm:spPr/>
      <dgm:t>
        <a:bodyPr/>
        <a:lstStyle/>
        <a:p>
          <a:endParaRPr lang="ru-RU"/>
        </a:p>
      </dgm:t>
    </dgm:pt>
    <dgm:pt modelId="{E5741606-0EC7-46C1-854A-7A95970DF45E}" type="sibTrans" cxnId="{6A1072D9-C53C-431A-BB9E-7108F54231B8}">
      <dgm:prSet/>
      <dgm:spPr/>
      <dgm:t>
        <a:bodyPr/>
        <a:lstStyle/>
        <a:p>
          <a:endParaRPr lang="ru-RU"/>
        </a:p>
      </dgm:t>
    </dgm:pt>
    <dgm:pt modelId="{82AB73DA-0B59-4E02-A809-A8568B734A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/>
            <a:t>Финансовый анализ</a:t>
          </a:r>
          <a:endParaRPr lang="ru-RU" dirty="0"/>
        </a:p>
      </dgm:t>
    </dgm:pt>
    <dgm:pt modelId="{B3D95888-A2D8-4B5D-9BC2-B0C56FDB3CBE}" type="parTrans" cxnId="{E036B11F-12D4-47CB-8C3C-93BFD50B7FCF}">
      <dgm:prSet/>
      <dgm:spPr/>
      <dgm:t>
        <a:bodyPr/>
        <a:lstStyle/>
        <a:p>
          <a:endParaRPr lang="ru-RU"/>
        </a:p>
      </dgm:t>
    </dgm:pt>
    <dgm:pt modelId="{A2417214-E784-4FCB-825B-D9713D501744}" type="sibTrans" cxnId="{E036B11F-12D4-47CB-8C3C-93BFD50B7FCF}">
      <dgm:prSet/>
      <dgm:spPr/>
      <dgm:t>
        <a:bodyPr/>
        <a:lstStyle/>
        <a:p>
          <a:endParaRPr lang="ru-RU"/>
        </a:p>
      </dgm:t>
    </dgm:pt>
    <dgm:pt modelId="{6B34E85E-1867-493C-9133-446F683F7B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K-factor</a:t>
          </a:r>
          <a:endParaRPr lang="ru-RU" dirty="0"/>
        </a:p>
      </dgm:t>
    </dgm:pt>
    <dgm:pt modelId="{B9DE2E6E-6B73-4010-9A29-203530249EF1}" type="parTrans" cxnId="{3361ECE0-6FD5-4F7A-AD51-34978F0327AA}">
      <dgm:prSet/>
      <dgm:spPr/>
      <dgm:t>
        <a:bodyPr/>
        <a:lstStyle/>
        <a:p>
          <a:endParaRPr lang="ru-RU"/>
        </a:p>
      </dgm:t>
    </dgm:pt>
    <dgm:pt modelId="{A85368C6-4600-4E3C-9CF5-573860300305}" type="sibTrans" cxnId="{3361ECE0-6FD5-4F7A-AD51-34978F0327AA}">
      <dgm:prSet/>
      <dgm:spPr/>
      <dgm:t>
        <a:bodyPr/>
        <a:lstStyle/>
        <a:p>
          <a:endParaRPr lang="ru-RU"/>
        </a:p>
      </dgm:t>
    </dgm:pt>
    <dgm:pt modelId="{4BB2DBEE-913A-444B-99EC-BA785D1F8F20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Результаты использования нового канала привлечения пользователей</a:t>
          </a:r>
          <a:endParaRPr lang="ru-RU" dirty="0"/>
        </a:p>
      </dgm:t>
    </dgm:pt>
    <dgm:pt modelId="{7703A99C-8BC0-44DE-B281-8B0258F0EC38}" type="parTrans" cxnId="{B37A3109-92BB-492E-9E38-CE5897709E9A}">
      <dgm:prSet/>
      <dgm:spPr/>
      <dgm:t>
        <a:bodyPr/>
        <a:lstStyle/>
        <a:p>
          <a:endParaRPr lang="ru-RU"/>
        </a:p>
      </dgm:t>
    </dgm:pt>
    <dgm:pt modelId="{7AF016B5-15BA-480B-A95C-DBD843D693E0}" type="sibTrans" cxnId="{B37A3109-92BB-492E-9E38-CE5897709E9A}">
      <dgm:prSet/>
      <dgm:spPr/>
      <dgm:t>
        <a:bodyPr/>
        <a:lstStyle/>
        <a:p>
          <a:endParaRPr lang="ru-RU"/>
        </a:p>
      </dgm:t>
    </dgm:pt>
    <dgm:pt modelId="{036AAED1-6113-462F-830D-1B95D4DE583E}" type="pres">
      <dgm:prSet presAssocID="{0553F569-5A20-4683-B98F-C8B60681ABCB}" presName="root" presStyleCnt="0">
        <dgm:presLayoutVars>
          <dgm:dir/>
          <dgm:resizeHandles val="exact"/>
        </dgm:presLayoutVars>
      </dgm:prSet>
      <dgm:spPr/>
    </dgm:pt>
    <dgm:pt modelId="{FD5232FF-B8C2-4448-8B4C-4083DDAE8056}" type="pres">
      <dgm:prSet presAssocID="{894156C0-CB75-4CAB-985E-52EE2B9C309E}" presName="compNode" presStyleCnt="0"/>
      <dgm:spPr/>
    </dgm:pt>
    <dgm:pt modelId="{49FF26A2-3ECF-4A20-A4BE-593B3FC317CA}" type="pres">
      <dgm:prSet presAssocID="{894156C0-CB75-4CAB-985E-52EE2B9C309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ть"/>
        </a:ext>
      </dgm:extLst>
    </dgm:pt>
    <dgm:pt modelId="{DF9ACA0D-638C-4437-AF7E-7D5C14BA0E84}" type="pres">
      <dgm:prSet presAssocID="{894156C0-CB75-4CAB-985E-52EE2B9C309E}" presName="iconSpace" presStyleCnt="0"/>
      <dgm:spPr/>
    </dgm:pt>
    <dgm:pt modelId="{4C78C162-42C4-4260-8A9F-80DEF9F339C9}" type="pres">
      <dgm:prSet presAssocID="{894156C0-CB75-4CAB-985E-52EE2B9C309E}" presName="parTx" presStyleLbl="revTx" presStyleIdx="0" presStyleCnt="8" custLinFactNeighborX="908" custLinFactNeighborY="-16180">
        <dgm:presLayoutVars>
          <dgm:chMax val="0"/>
          <dgm:chPref val="0"/>
        </dgm:presLayoutVars>
      </dgm:prSet>
      <dgm:spPr/>
    </dgm:pt>
    <dgm:pt modelId="{1D00C5DA-770A-461D-AB6A-FABEA15B50C9}" type="pres">
      <dgm:prSet presAssocID="{894156C0-CB75-4CAB-985E-52EE2B9C309E}" presName="txSpace" presStyleCnt="0"/>
      <dgm:spPr/>
    </dgm:pt>
    <dgm:pt modelId="{36D5F2F5-B3E6-4EB9-BAC7-F447F168A19B}" type="pres">
      <dgm:prSet presAssocID="{894156C0-CB75-4CAB-985E-52EE2B9C309E}" presName="desTx" presStyleLbl="revTx" presStyleIdx="1" presStyleCnt="8" custLinFactNeighborX="1333" custLinFactNeighborY="-3700">
        <dgm:presLayoutVars/>
      </dgm:prSet>
      <dgm:spPr/>
    </dgm:pt>
    <dgm:pt modelId="{C52F7CE6-D5E8-471B-A711-94CDC84AAA3B}" type="pres">
      <dgm:prSet presAssocID="{4FFA057D-B81F-4E84-978E-70F9261E6287}" presName="sibTrans" presStyleCnt="0"/>
      <dgm:spPr/>
    </dgm:pt>
    <dgm:pt modelId="{50B2C9D0-2BE0-4F0B-986C-D6FE33EF32AA}" type="pres">
      <dgm:prSet presAssocID="{666011E9-931D-4C8B-B6E8-9DC4A2B89395}" presName="compNode" presStyleCnt="0"/>
      <dgm:spPr/>
    </dgm:pt>
    <dgm:pt modelId="{B22643A0-B0D8-4B1F-8B7A-7D183A54DAFC}" type="pres">
      <dgm:prSet presAssocID="{666011E9-931D-4C8B-B6E8-9DC4A2B8939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кундомер"/>
        </a:ext>
      </dgm:extLst>
    </dgm:pt>
    <dgm:pt modelId="{32628777-2FB1-4AD8-BDCA-771A7E9DA3B9}" type="pres">
      <dgm:prSet presAssocID="{666011E9-931D-4C8B-B6E8-9DC4A2B89395}" presName="iconSpace" presStyleCnt="0"/>
      <dgm:spPr/>
    </dgm:pt>
    <dgm:pt modelId="{86702AC3-84B7-4D43-A965-5781199A316A}" type="pres">
      <dgm:prSet presAssocID="{666011E9-931D-4C8B-B6E8-9DC4A2B89395}" presName="parTx" presStyleLbl="revTx" presStyleIdx="2" presStyleCnt="8" custLinFactNeighborX="0" custLinFactNeighborY="-16622">
        <dgm:presLayoutVars>
          <dgm:chMax val="0"/>
          <dgm:chPref val="0"/>
        </dgm:presLayoutVars>
      </dgm:prSet>
      <dgm:spPr/>
    </dgm:pt>
    <dgm:pt modelId="{3D35B6A3-302F-4F24-BA40-354822E753A6}" type="pres">
      <dgm:prSet presAssocID="{666011E9-931D-4C8B-B6E8-9DC4A2B89395}" presName="txSpace" presStyleCnt="0"/>
      <dgm:spPr/>
    </dgm:pt>
    <dgm:pt modelId="{81B2D5FF-03FA-4DAE-8FA5-D5F76626FB9F}" type="pres">
      <dgm:prSet presAssocID="{666011E9-931D-4C8B-B6E8-9DC4A2B89395}" presName="desTx" presStyleLbl="revTx" presStyleIdx="3" presStyleCnt="8" custLinFactNeighborX="-969" custLinFactNeighborY="-3482">
        <dgm:presLayoutVars/>
      </dgm:prSet>
      <dgm:spPr/>
    </dgm:pt>
    <dgm:pt modelId="{05B522D4-7090-4098-AE60-B6511F6ADD59}" type="pres">
      <dgm:prSet presAssocID="{889EFB31-1EB7-4C89-9943-D1944AD17A7F}" presName="sibTrans" presStyleCnt="0"/>
      <dgm:spPr/>
    </dgm:pt>
    <dgm:pt modelId="{C017778F-0CC7-4CD8-9E03-DD1A5F689E58}" type="pres">
      <dgm:prSet presAssocID="{82AB73DA-0B59-4E02-A809-A8568B734A65}" presName="compNode" presStyleCnt="0"/>
      <dgm:spPr/>
    </dgm:pt>
    <dgm:pt modelId="{DC891296-2A3A-49DC-A421-6FF52948C38A}" type="pres">
      <dgm:prSet presAssocID="{82AB73DA-0B59-4E02-A809-A8568B734A6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554E80E-A4EF-404A-B01F-CBA727C4DE61}" type="pres">
      <dgm:prSet presAssocID="{82AB73DA-0B59-4E02-A809-A8568B734A65}" presName="iconSpace" presStyleCnt="0"/>
      <dgm:spPr/>
    </dgm:pt>
    <dgm:pt modelId="{223310D3-94B5-45E6-9FF7-3380F3E376BE}" type="pres">
      <dgm:prSet presAssocID="{82AB73DA-0B59-4E02-A809-A8568B734A65}" presName="parTx" presStyleLbl="revTx" presStyleIdx="4" presStyleCnt="8" custLinFactNeighborX="323" custLinFactNeighborY="6901">
        <dgm:presLayoutVars>
          <dgm:chMax val="0"/>
          <dgm:chPref val="0"/>
        </dgm:presLayoutVars>
      </dgm:prSet>
      <dgm:spPr/>
    </dgm:pt>
    <dgm:pt modelId="{82220395-4620-4881-865D-AE6A4F8DE11D}" type="pres">
      <dgm:prSet presAssocID="{82AB73DA-0B59-4E02-A809-A8568B734A65}" presName="txSpace" presStyleCnt="0"/>
      <dgm:spPr/>
    </dgm:pt>
    <dgm:pt modelId="{935D54BD-0A18-4EDD-8769-B89074B389DF}" type="pres">
      <dgm:prSet presAssocID="{82AB73DA-0B59-4E02-A809-A8568B734A65}" presName="desTx" presStyleLbl="revTx" presStyleIdx="5" presStyleCnt="8" custLinFactNeighborX="646" custLinFactNeighborY="-207">
        <dgm:presLayoutVars/>
      </dgm:prSet>
      <dgm:spPr/>
    </dgm:pt>
    <dgm:pt modelId="{DC022196-65F2-4FD4-AE42-C21E9F22BC13}" type="pres">
      <dgm:prSet presAssocID="{A2417214-E784-4FCB-825B-D9713D501744}" presName="sibTrans" presStyleCnt="0"/>
      <dgm:spPr/>
    </dgm:pt>
    <dgm:pt modelId="{177A6E9B-B11F-41CC-BF1E-BB487ECED55D}" type="pres">
      <dgm:prSet presAssocID="{9565935F-10A5-4C9E-873B-EDF6C7FE3268}" presName="compNode" presStyleCnt="0"/>
      <dgm:spPr/>
    </dgm:pt>
    <dgm:pt modelId="{EFDA0B0A-6316-4CAE-9572-C3A70B90C564}" type="pres">
      <dgm:prSet presAssocID="{9565935F-10A5-4C9E-873B-EDF6C7FE326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сылка"/>
        </a:ext>
      </dgm:extLst>
    </dgm:pt>
    <dgm:pt modelId="{AE0F1AF9-6D42-48C0-988A-8467494518D0}" type="pres">
      <dgm:prSet presAssocID="{9565935F-10A5-4C9E-873B-EDF6C7FE3268}" presName="iconSpace" presStyleCnt="0"/>
      <dgm:spPr/>
    </dgm:pt>
    <dgm:pt modelId="{F2DB059D-902B-4ACC-86A9-08941A2523A8}" type="pres">
      <dgm:prSet presAssocID="{9565935F-10A5-4C9E-873B-EDF6C7FE3268}" presName="parTx" presStyleLbl="revTx" presStyleIdx="6" presStyleCnt="8" custLinFactNeighborY="6125">
        <dgm:presLayoutVars>
          <dgm:chMax val="0"/>
          <dgm:chPref val="0"/>
        </dgm:presLayoutVars>
      </dgm:prSet>
      <dgm:spPr/>
    </dgm:pt>
    <dgm:pt modelId="{6E73E759-76ED-40CB-B585-8A84F8C9753D}" type="pres">
      <dgm:prSet presAssocID="{9565935F-10A5-4C9E-873B-EDF6C7FE3268}" presName="txSpace" presStyleCnt="0"/>
      <dgm:spPr/>
    </dgm:pt>
    <dgm:pt modelId="{5B214CF2-DB90-4302-B5A6-B13E2646D0FF}" type="pres">
      <dgm:prSet presAssocID="{9565935F-10A5-4C9E-873B-EDF6C7FE3268}" presName="desTx" presStyleLbl="revTx" presStyleIdx="7" presStyleCnt="8" custLinFactNeighborY="990">
        <dgm:presLayoutVars/>
      </dgm:prSet>
      <dgm:spPr/>
    </dgm:pt>
  </dgm:ptLst>
  <dgm:cxnLst>
    <dgm:cxn modelId="{B37A3109-92BB-492E-9E38-CE5897709E9A}" srcId="{82AB73DA-0B59-4E02-A809-A8568B734A65}" destId="{4BB2DBEE-913A-444B-99EC-BA785D1F8F20}" srcOrd="4" destOrd="0" parTransId="{7703A99C-8BC0-44DE-B281-8B0258F0EC38}" sibTransId="{7AF016B5-15BA-480B-A95C-DBD843D693E0}"/>
    <dgm:cxn modelId="{16BEF30A-33ED-4E01-A59A-5BE470A26CB6}" srcId="{894156C0-CB75-4CAB-985E-52EE2B9C309E}" destId="{6C80E3F9-7E42-4879-A291-9E404DFFC4BD}" srcOrd="2" destOrd="0" parTransId="{927D3C87-EF43-4EA1-B068-CA431FCB3EE1}" sibTransId="{F879CA27-9091-4CC2-961D-E320AC548A59}"/>
    <dgm:cxn modelId="{F3843618-029C-45A9-A9B5-9F25A67DCC12}" type="presOf" srcId="{FC1E3E04-C346-4653-82E8-4154A5F0C050}" destId="{5B214CF2-DB90-4302-B5A6-B13E2646D0FF}" srcOrd="0" destOrd="0" presId="urn:microsoft.com/office/officeart/2018/5/layout/CenteredIconLabelDescriptionList"/>
    <dgm:cxn modelId="{E036B11F-12D4-47CB-8C3C-93BFD50B7FCF}" srcId="{0553F569-5A20-4683-B98F-C8B60681ABCB}" destId="{82AB73DA-0B59-4E02-A809-A8568B734A65}" srcOrd="2" destOrd="0" parTransId="{B3D95888-A2D8-4B5D-9BC2-B0C56FDB3CBE}" sibTransId="{A2417214-E784-4FCB-825B-D9713D501744}"/>
    <dgm:cxn modelId="{9139E825-909E-4D78-BE03-3A3230BE378A}" type="presOf" srcId="{82AB73DA-0B59-4E02-A809-A8568B734A65}" destId="{223310D3-94B5-45E6-9FF7-3380F3E376BE}" srcOrd="0" destOrd="0" presId="urn:microsoft.com/office/officeart/2018/5/layout/CenteredIconLabelDescriptionList"/>
    <dgm:cxn modelId="{E07FF829-AEE9-402E-A7B1-E2A16AFB6F98}" srcId="{82AB73DA-0B59-4E02-A809-A8568B734A65}" destId="{8B6BB3A4-25B4-43D7-89F8-6D249B949F23}" srcOrd="1" destOrd="0" parTransId="{EB11A30C-C53E-4808-93EA-40D7F32D9EC9}" sibTransId="{73E02130-2FDA-45FE-8D08-404C1556E1C1}"/>
    <dgm:cxn modelId="{04B4BB2E-3804-4FA5-84C1-3CC49789B4C4}" type="presOf" srcId="{9565935F-10A5-4C9E-873B-EDF6C7FE3268}" destId="{F2DB059D-902B-4ACC-86A9-08941A2523A8}" srcOrd="0" destOrd="0" presId="urn:microsoft.com/office/officeart/2018/5/layout/CenteredIconLabelDescriptionList"/>
    <dgm:cxn modelId="{9B853439-D5BF-484C-8851-EF4DCEBEB6D9}" type="presOf" srcId="{0553F569-5A20-4683-B98F-C8B60681ABCB}" destId="{036AAED1-6113-462F-830D-1B95D4DE583E}" srcOrd="0" destOrd="0" presId="urn:microsoft.com/office/officeart/2018/5/layout/CenteredIconLabelDescriptionList"/>
    <dgm:cxn modelId="{CFB58639-0B86-4121-BE06-144457C76D62}" type="presOf" srcId="{6EF1E0E5-99B9-4050-9225-A6A2C3235037}" destId="{81B2D5FF-03FA-4DAE-8FA5-D5F76626FB9F}" srcOrd="0" destOrd="2" presId="urn:microsoft.com/office/officeart/2018/5/layout/CenteredIconLabelDescriptionList"/>
    <dgm:cxn modelId="{7AF1073F-B3A7-4E4D-83DF-8BC55362E68E}" srcId="{894156C0-CB75-4CAB-985E-52EE2B9C309E}" destId="{9CEF1889-D3E1-4010-AC43-80DED6ACA99F}" srcOrd="0" destOrd="0" parTransId="{9584D0A9-E788-4D4F-A044-8832FEAB9CB3}" sibTransId="{E06DEA24-EE53-40A1-A040-DED32CFB50A4}"/>
    <dgm:cxn modelId="{F43A8B45-BC12-4071-AB22-A015DE4DA908}" type="presOf" srcId="{B005FBE3-B634-440A-B41F-4F3CE51A6659}" destId="{81B2D5FF-03FA-4DAE-8FA5-D5F76626FB9F}" srcOrd="0" destOrd="0" presId="urn:microsoft.com/office/officeart/2018/5/layout/CenteredIconLabelDescriptionList"/>
    <dgm:cxn modelId="{022CC146-3862-4D12-BEF2-4E8549F4F094}" srcId="{894156C0-CB75-4CAB-985E-52EE2B9C309E}" destId="{C1161F1D-44C9-4F96-8B69-A0D13F5FF9DC}" srcOrd="3" destOrd="0" parTransId="{3C75E138-0143-4F46-86CC-F334F313DFAE}" sibTransId="{5FB7AB99-44A4-4198-962E-B347FBEE415B}"/>
    <dgm:cxn modelId="{24D1C34A-F2CD-4547-BBE7-991F6A08AACB}" srcId="{0553F569-5A20-4683-B98F-C8B60681ABCB}" destId="{894156C0-CB75-4CAB-985E-52EE2B9C309E}" srcOrd="0" destOrd="0" parTransId="{368DAEC4-1E39-4EB0-83DF-6EB3A9EC64A5}" sibTransId="{4FFA057D-B81F-4E84-978E-70F9261E6287}"/>
    <dgm:cxn modelId="{C3061A59-95BF-4FC3-80F4-7E2C1ED1634D}" type="presOf" srcId="{4BB2DBEE-913A-444B-99EC-BA785D1F8F20}" destId="{935D54BD-0A18-4EDD-8769-B89074B389DF}" srcOrd="0" destOrd="4" presId="urn:microsoft.com/office/officeart/2018/5/layout/CenteredIconLabelDescriptionList"/>
    <dgm:cxn modelId="{394FA58C-D195-46C0-B8E6-57B6BE05BA94}" type="presOf" srcId="{87773283-145E-4E69-9048-D064FAA23506}" destId="{935D54BD-0A18-4EDD-8769-B89074B389DF}" srcOrd="0" destOrd="0" presId="urn:microsoft.com/office/officeart/2018/5/layout/CenteredIconLabelDescriptionList"/>
    <dgm:cxn modelId="{9F71AB93-1575-4574-B3FD-123F0CAB4D68}" srcId="{82AB73DA-0B59-4E02-A809-A8568B734A65}" destId="{87773283-145E-4E69-9048-D064FAA23506}" srcOrd="0" destOrd="0" parTransId="{A12640CA-24C5-4121-945C-84F6AE1C738B}" sibTransId="{04C495FA-1141-4976-8976-0A498890B193}"/>
    <dgm:cxn modelId="{C0CFFF99-A546-4807-9B7D-D684A1EC0C93}" type="presOf" srcId="{666011E9-931D-4C8B-B6E8-9DC4A2B89395}" destId="{86702AC3-84B7-4D43-A965-5781199A316A}" srcOrd="0" destOrd="0" presId="urn:microsoft.com/office/officeart/2018/5/layout/CenteredIconLabelDescriptionList"/>
    <dgm:cxn modelId="{7165469C-AC74-4A71-8515-5528EE8C9137}" srcId="{9565935F-10A5-4C9E-873B-EDF6C7FE3268}" destId="{FC1E3E04-C346-4653-82E8-4154A5F0C050}" srcOrd="0" destOrd="0" parTransId="{3F8FD8D7-E375-4343-A90A-ADE9BD539F51}" sibTransId="{47B25762-538F-4672-95A1-F7724FCE495F}"/>
    <dgm:cxn modelId="{B9B9A99C-E22D-45AB-809E-26CB34479D57}" type="presOf" srcId="{99E877BF-971F-4C75-84FF-7E1931C74141}" destId="{36D5F2F5-B3E6-4EB9-BAC7-F447F168A19B}" srcOrd="0" destOrd="1" presId="urn:microsoft.com/office/officeart/2018/5/layout/CenteredIconLabelDescriptionList"/>
    <dgm:cxn modelId="{D2F6B79E-711C-449F-B4FF-AF2DF9554CB3}" srcId="{666011E9-931D-4C8B-B6E8-9DC4A2B89395}" destId="{1E82B9C0-DC8B-44D9-8217-901F9451AA94}" srcOrd="1" destOrd="0" parTransId="{48FF1754-7DAB-49A6-9571-218D1B8A14E8}" sibTransId="{D33B21C1-2C9F-41E9-B8DC-4613461B0A51}"/>
    <dgm:cxn modelId="{5C169CA2-F271-4295-90AC-1CD2A184E7BB}" type="presOf" srcId="{1E82B9C0-DC8B-44D9-8217-901F9451AA94}" destId="{81B2D5FF-03FA-4DAE-8FA5-D5F76626FB9F}" srcOrd="0" destOrd="1" presId="urn:microsoft.com/office/officeart/2018/5/layout/CenteredIconLabelDescriptionList"/>
    <dgm:cxn modelId="{5C3E90B4-8E50-443B-9744-DCF757EC3487}" type="presOf" srcId="{8B6BB3A4-25B4-43D7-89F8-6D249B949F23}" destId="{935D54BD-0A18-4EDD-8769-B89074B389DF}" srcOrd="0" destOrd="1" presId="urn:microsoft.com/office/officeart/2018/5/layout/CenteredIconLabelDescriptionList"/>
    <dgm:cxn modelId="{67FDA1C6-780C-4B10-B81E-51095FB9BFF7}" srcId="{82AB73DA-0B59-4E02-A809-A8568B734A65}" destId="{2268D54E-0B39-4B7F-801E-956F4C2D90F5}" srcOrd="2" destOrd="0" parTransId="{B950D271-3356-435C-AAAA-050E97B1343C}" sibTransId="{30B51E00-08BE-4653-9AF5-379992E63C3A}"/>
    <dgm:cxn modelId="{7CFD81CB-EA94-4F3F-AD22-561C85B726F9}" srcId="{0553F569-5A20-4683-B98F-C8B60681ABCB}" destId="{666011E9-931D-4C8B-B6E8-9DC4A2B89395}" srcOrd="1" destOrd="0" parTransId="{06B981DF-86DF-46BE-BB51-0861F5B22E2A}" sibTransId="{889EFB31-1EB7-4C89-9943-D1944AD17A7F}"/>
    <dgm:cxn modelId="{1AE5B4CB-FB4E-4EEB-A4E4-C8DB7814ABF7}" type="presOf" srcId="{6B34E85E-1867-493C-9133-446F683F7B2E}" destId="{935D54BD-0A18-4EDD-8769-B89074B389DF}" srcOrd="0" destOrd="3" presId="urn:microsoft.com/office/officeart/2018/5/layout/CenteredIconLabelDescriptionList"/>
    <dgm:cxn modelId="{AE9B95CD-2A6B-48B3-B899-1EC5587A702F}" srcId="{894156C0-CB75-4CAB-985E-52EE2B9C309E}" destId="{99E877BF-971F-4C75-84FF-7E1931C74141}" srcOrd="1" destOrd="0" parTransId="{729F25FC-6EBF-4A1F-92E0-6C78B66D8883}" sibTransId="{5FE328FC-A0FF-4AC5-AD40-00A5F8DD3EE2}"/>
    <dgm:cxn modelId="{00D44DD7-ADA9-4429-B59F-53E11E1ACBE7}" type="presOf" srcId="{894156C0-CB75-4CAB-985E-52EE2B9C309E}" destId="{4C78C162-42C4-4260-8A9F-80DEF9F339C9}" srcOrd="0" destOrd="0" presId="urn:microsoft.com/office/officeart/2018/5/layout/CenteredIconLabelDescriptionList"/>
    <dgm:cxn modelId="{6A1072D9-C53C-431A-BB9E-7108F54231B8}" srcId="{666011E9-931D-4C8B-B6E8-9DC4A2B89395}" destId="{6EF1E0E5-99B9-4050-9225-A6A2C3235037}" srcOrd="2" destOrd="0" parTransId="{41DB31B4-D8FC-40CB-A617-3979521DD3A5}" sibTransId="{E5741606-0EC7-46C1-854A-7A95970DF45E}"/>
    <dgm:cxn modelId="{C291E2DE-4003-4DBA-8AAF-91458B67B9A5}" srcId="{0553F569-5A20-4683-B98F-C8B60681ABCB}" destId="{9565935F-10A5-4C9E-873B-EDF6C7FE3268}" srcOrd="3" destOrd="0" parTransId="{67AA8501-E99E-4D4B-9A71-3B9F776915B9}" sibTransId="{CB5BFF45-7519-4D14-9239-7F4D3A144F06}"/>
    <dgm:cxn modelId="{3361ECE0-6FD5-4F7A-AD51-34978F0327AA}" srcId="{82AB73DA-0B59-4E02-A809-A8568B734A65}" destId="{6B34E85E-1867-493C-9133-446F683F7B2E}" srcOrd="3" destOrd="0" parTransId="{B9DE2E6E-6B73-4010-9A29-203530249EF1}" sibTransId="{A85368C6-4600-4E3C-9CF5-573860300305}"/>
    <dgm:cxn modelId="{B0494DE3-4686-4574-BCF1-712E3B2BB565}" type="presOf" srcId="{9CEF1889-D3E1-4010-AC43-80DED6ACA99F}" destId="{36D5F2F5-B3E6-4EB9-BAC7-F447F168A19B}" srcOrd="0" destOrd="0" presId="urn:microsoft.com/office/officeart/2018/5/layout/CenteredIconLabelDescriptionList"/>
    <dgm:cxn modelId="{525F3AE4-A2A7-4776-A453-F92991893C75}" type="presOf" srcId="{C1161F1D-44C9-4F96-8B69-A0D13F5FF9DC}" destId="{36D5F2F5-B3E6-4EB9-BAC7-F447F168A19B}" srcOrd="0" destOrd="3" presId="urn:microsoft.com/office/officeart/2018/5/layout/CenteredIconLabelDescriptionList"/>
    <dgm:cxn modelId="{24BECDE5-1271-44B0-A6E7-B7865702193A}" type="presOf" srcId="{2268D54E-0B39-4B7F-801E-956F4C2D90F5}" destId="{935D54BD-0A18-4EDD-8769-B89074B389DF}" srcOrd="0" destOrd="2" presId="urn:microsoft.com/office/officeart/2018/5/layout/CenteredIconLabelDescriptionList"/>
    <dgm:cxn modelId="{2C97F0FC-9FA6-41E9-B0E7-44FCBD3C09B8}" type="presOf" srcId="{6C80E3F9-7E42-4879-A291-9E404DFFC4BD}" destId="{36D5F2F5-B3E6-4EB9-BAC7-F447F168A19B}" srcOrd="0" destOrd="2" presId="urn:microsoft.com/office/officeart/2018/5/layout/CenteredIconLabelDescriptionList"/>
    <dgm:cxn modelId="{7D4BF8FD-4FA5-4745-A260-B2AEF4F58F27}" srcId="{666011E9-931D-4C8B-B6E8-9DC4A2B89395}" destId="{B005FBE3-B634-440A-B41F-4F3CE51A6659}" srcOrd="0" destOrd="0" parTransId="{09B15BE3-4F47-4216-9D93-B118EAC1D285}" sibTransId="{A54803EB-17D0-499D-8768-CC9972891C16}"/>
    <dgm:cxn modelId="{3D1C4929-A365-4AB9-B77B-53990FA69110}" type="presParOf" srcId="{036AAED1-6113-462F-830D-1B95D4DE583E}" destId="{FD5232FF-B8C2-4448-8B4C-4083DDAE8056}" srcOrd="0" destOrd="0" presId="urn:microsoft.com/office/officeart/2018/5/layout/CenteredIconLabelDescriptionList"/>
    <dgm:cxn modelId="{46968C26-B5C8-4C38-A8C2-A3D6C0B7ECA7}" type="presParOf" srcId="{FD5232FF-B8C2-4448-8B4C-4083DDAE8056}" destId="{49FF26A2-3ECF-4A20-A4BE-593B3FC317CA}" srcOrd="0" destOrd="0" presId="urn:microsoft.com/office/officeart/2018/5/layout/CenteredIconLabelDescriptionList"/>
    <dgm:cxn modelId="{4139DFD0-B4C7-4A5A-9500-D5F5B90A32D7}" type="presParOf" srcId="{FD5232FF-B8C2-4448-8B4C-4083DDAE8056}" destId="{DF9ACA0D-638C-4437-AF7E-7D5C14BA0E84}" srcOrd="1" destOrd="0" presId="urn:microsoft.com/office/officeart/2018/5/layout/CenteredIconLabelDescriptionList"/>
    <dgm:cxn modelId="{E476E4A1-DB78-4819-9A3B-6A4EE8505011}" type="presParOf" srcId="{FD5232FF-B8C2-4448-8B4C-4083DDAE8056}" destId="{4C78C162-42C4-4260-8A9F-80DEF9F339C9}" srcOrd="2" destOrd="0" presId="urn:microsoft.com/office/officeart/2018/5/layout/CenteredIconLabelDescriptionList"/>
    <dgm:cxn modelId="{D6258700-7707-448C-88C2-E47F6D72E4BD}" type="presParOf" srcId="{FD5232FF-B8C2-4448-8B4C-4083DDAE8056}" destId="{1D00C5DA-770A-461D-AB6A-FABEA15B50C9}" srcOrd="3" destOrd="0" presId="urn:microsoft.com/office/officeart/2018/5/layout/CenteredIconLabelDescriptionList"/>
    <dgm:cxn modelId="{D33E8353-09FC-45F7-8862-BAA451840E12}" type="presParOf" srcId="{FD5232FF-B8C2-4448-8B4C-4083DDAE8056}" destId="{36D5F2F5-B3E6-4EB9-BAC7-F447F168A19B}" srcOrd="4" destOrd="0" presId="urn:microsoft.com/office/officeart/2018/5/layout/CenteredIconLabelDescriptionList"/>
    <dgm:cxn modelId="{0A5B531E-7318-4A02-97B8-DE93DA94AC69}" type="presParOf" srcId="{036AAED1-6113-462F-830D-1B95D4DE583E}" destId="{C52F7CE6-D5E8-471B-A711-94CDC84AAA3B}" srcOrd="1" destOrd="0" presId="urn:microsoft.com/office/officeart/2018/5/layout/CenteredIconLabelDescriptionList"/>
    <dgm:cxn modelId="{4226E68E-8FF0-49A1-A898-69FD80A01708}" type="presParOf" srcId="{036AAED1-6113-462F-830D-1B95D4DE583E}" destId="{50B2C9D0-2BE0-4F0B-986C-D6FE33EF32AA}" srcOrd="2" destOrd="0" presId="urn:microsoft.com/office/officeart/2018/5/layout/CenteredIconLabelDescriptionList"/>
    <dgm:cxn modelId="{44EA1D77-76A3-4796-94CF-3E8FA950B70A}" type="presParOf" srcId="{50B2C9D0-2BE0-4F0B-986C-D6FE33EF32AA}" destId="{B22643A0-B0D8-4B1F-8B7A-7D183A54DAFC}" srcOrd="0" destOrd="0" presId="urn:microsoft.com/office/officeart/2018/5/layout/CenteredIconLabelDescriptionList"/>
    <dgm:cxn modelId="{0909EFF2-F439-48BE-9D87-42C4096E1176}" type="presParOf" srcId="{50B2C9D0-2BE0-4F0B-986C-D6FE33EF32AA}" destId="{32628777-2FB1-4AD8-BDCA-771A7E9DA3B9}" srcOrd="1" destOrd="0" presId="urn:microsoft.com/office/officeart/2018/5/layout/CenteredIconLabelDescriptionList"/>
    <dgm:cxn modelId="{7A560EC0-7B20-4014-85ED-AA92104A1E8D}" type="presParOf" srcId="{50B2C9D0-2BE0-4F0B-986C-D6FE33EF32AA}" destId="{86702AC3-84B7-4D43-A965-5781199A316A}" srcOrd="2" destOrd="0" presId="urn:microsoft.com/office/officeart/2018/5/layout/CenteredIconLabelDescriptionList"/>
    <dgm:cxn modelId="{9499A532-78DD-4FF1-9916-A2E27B347048}" type="presParOf" srcId="{50B2C9D0-2BE0-4F0B-986C-D6FE33EF32AA}" destId="{3D35B6A3-302F-4F24-BA40-354822E753A6}" srcOrd="3" destOrd="0" presId="urn:microsoft.com/office/officeart/2018/5/layout/CenteredIconLabelDescriptionList"/>
    <dgm:cxn modelId="{C478F047-0D8F-4D54-934A-15E40F73B6DA}" type="presParOf" srcId="{50B2C9D0-2BE0-4F0B-986C-D6FE33EF32AA}" destId="{81B2D5FF-03FA-4DAE-8FA5-D5F76626FB9F}" srcOrd="4" destOrd="0" presId="urn:microsoft.com/office/officeart/2018/5/layout/CenteredIconLabelDescriptionList"/>
    <dgm:cxn modelId="{945A39E0-74BA-47E8-AC9E-52EECF9879E0}" type="presParOf" srcId="{036AAED1-6113-462F-830D-1B95D4DE583E}" destId="{05B522D4-7090-4098-AE60-B6511F6ADD59}" srcOrd="3" destOrd="0" presId="urn:microsoft.com/office/officeart/2018/5/layout/CenteredIconLabelDescriptionList"/>
    <dgm:cxn modelId="{99A2E364-31F4-426B-B2CB-AE731D8F7725}" type="presParOf" srcId="{036AAED1-6113-462F-830D-1B95D4DE583E}" destId="{C017778F-0CC7-4CD8-9E03-DD1A5F689E58}" srcOrd="4" destOrd="0" presId="urn:microsoft.com/office/officeart/2018/5/layout/CenteredIconLabelDescriptionList"/>
    <dgm:cxn modelId="{7EE11366-1160-46B6-B5B0-6260B2F4F792}" type="presParOf" srcId="{C017778F-0CC7-4CD8-9E03-DD1A5F689E58}" destId="{DC891296-2A3A-49DC-A421-6FF52948C38A}" srcOrd="0" destOrd="0" presId="urn:microsoft.com/office/officeart/2018/5/layout/CenteredIconLabelDescriptionList"/>
    <dgm:cxn modelId="{2B257434-CF2D-443F-8AAE-E68C1C4C50B2}" type="presParOf" srcId="{C017778F-0CC7-4CD8-9E03-DD1A5F689E58}" destId="{9554E80E-A4EF-404A-B01F-CBA727C4DE61}" srcOrd="1" destOrd="0" presId="urn:microsoft.com/office/officeart/2018/5/layout/CenteredIconLabelDescriptionList"/>
    <dgm:cxn modelId="{293E7E3C-F0B1-4547-B1D7-6AD4952F5783}" type="presParOf" srcId="{C017778F-0CC7-4CD8-9E03-DD1A5F689E58}" destId="{223310D3-94B5-45E6-9FF7-3380F3E376BE}" srcOrd="2" destOrd="0" presId="urn:microsoft.com/office/officeart/2018/5/layout/CenteredIconLabelDescriptionList"/>
    <dgm:cxn modelId="{20FC68E0-686F-4835-BCBC-765CA37074D1}" type="presParOf" srcId="{C017778F-0CC7-4CD8-9E03-DD1A5F689E58}" destId="{82220395-4620-4881-865D-AE6A4F8DE11D}" srcOrd="3" destOrd="0" presId="urn:microsoft.com/office/officeart/2018/5/layout/CenteredIconLabelDescriptionList"/>
    <dgm:cxn modelId="{4C5CEA08-1E18-47EA-9317-799A65743A29}" type="presParOf" srcId="{C017778F-0CC7-4CD8-9E03-DD1A5F689E58}" destId="{935D54BD-0A18-4EDD-8769-B89074B389DF}" srcOrd="4" destOrd="0" presId="urn:microsoft.com/office/officeart/2018/5/layout/CenteredIconLabelDescriptionList"/>
    <dgm:cxn modelId="{74E115EF-9976-4369-9D27-4AD452C337A5}" type="presParOf" srcId="{036AAED1-6113-462F-830D-1B95D4DE583E}" destId="{DC022196-65F2-4FD4-AE42-C21E9F22BC13}" srcOrd="5" destOrd="0" presId="urn:microsoft.com/office/officeart/2018/5/layout/CenteredIconLabelDescriptionList"/>
    <dgm:cxn modelId="{81F30C25-061D-410D-B94F-B81F8799AC6E}" type="presParOf" srcId="{036AAED1-6113-462F-830D-1B95D4DE583E}" destId="{177A6E9B-B11F-41CC-BF1E-BB487ECED55D}" srcOrd="6" destOrd="0" presId="urn:microsoft.com/office/officeart/2018/5/layout/CenteredIconLabelDescriptionList"/>
    <dgm:cxn modelId="{24FDF4DA-71A0-40D0-B600-A6D8CA97B7F1}" type="presParOf" srcId="{177A6E9B-B11F-41CC-BF1E-BB487ECED55D}" destId="{EFDA0B0A-6316-4CAE-9572-C3A70B90C564}" srcOrd="0" destOrd="0" presId="urn:microsoft.com/office/officeart/2018/5/layout/CenteredIconLabelDescriptionList"/>
    <dgm:cxn modelId="{0E06D86A-A566-4A02-ACCD-7F403276817F}" type="presParOf" srcId="{177A6E9B-B11F-41CC-BF1E-BB487ECED55D}" destId="{AE0F1AF9-6D42-48C0-988A-8467494518D0}" srcOrd="1" destOrd="0" presId="urn:microsoft.com/office/officeart/2018/5/layout/CenteredIconLabelDescriptionList"/>
    <dgm:cxn modelId="{CBD2AB0A-3E59-4AAF-A6AE-67A6E661B7A3}" type="presParOf" srcId="{177A6E9B-B11F-41CC-BF1E-BB487ECED55D}" destId="{F2DB059D-902B-4ACC-86A9-08941A2523A8}" srcOrd="2" destOrd="0" presId="urn:microsoft.com/office/officeart/2018/5/layout/CenteredIconLabelDescriptionList"/>
    <dgm:cxn modelId="{36BAD468-1B90-4134-8640-08369135BEF8}" type="presParOf" srcId="{177A6E9B-B11F-41CC-BF1E-BB487ECED55D}" destId="{6E73E759-76ED-40CB-B585-8A84F8C9753D}" srcOrd="3" destOrd="0" presId="urn:microsoft.com/office/officeart/2018/5/layout/CenteredIconLabelDescriptionList"/>
    <dgm:cxn modelId="{181469CF-538A-44ED-A3C4-B049CCB4ACCF}" type="presParOf" srcId="{177A6E9B-B11F-41CC-BF1E-BB487ECED55D}" destId="{5B214CF2-DB90-4302-B5A6-B13E2646D0F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37E285-BC80-4C6E-9A09-92699FB56926}" type="doc">
      <dgm:prSet loTypeId="urn:microsoft.com/office/officeart/2024/layout/NumberedLinearArrowProcess#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4A680EC-BFBB-48B2-A3EB-40DBBC04DE78}">
      <dgm:prSet phldrT="[Текст]" phldr="0" custT="1"/>
      <dgm:spPr/>
      <dgm:t>
        <a:bodyPr/>
        <a:lstStyle/>
        <a:p>
          <a:r>
            <a:rPr lang="ru-RU" sz="1500" dirty="0"/>
            <a:t>Всего отправленных приглашений</a:t>
          </a:r>
        </a:p>
        <a:p>
          <a:r>
            <a:rPr lang="ru-RU" sz="5400" b="1" dirty="0"/>
            <a:t>7933</a:t>
          </a:r>
        </a:p>
      </dgm:t>
    </dgm:pt>
    <dgm:pt modelId="{942E9E3B-91EC-4984-8059-A79747ECACE5}" type="parTrans" cxnId="{AE557268-5B91-4FBD-852A-65159C149FAA}">
      <dgm:prSet/>
      <dgm:spPr/>
      <dgm:t>
        <a:bodyPr/>
        <a:lstStyle/>
        <a:p>
          <a:endParaRPr lang="ru-RU"/>
        </a:p>
      </dgm:t>
    </dgm:pt>
    <dgm:pt modelId="{5158F46D-AB73-4779-B8C7-E37CB3F6F99B}" type="sibTrans" cxnId="{AE557268-5B91-4FBD-852A-65159C149FAA}">
      <dgm:prSet phldrT="1" phldr="0"/>
      <dgm:spPr/>
      <dgm:t>
        <a:bodyPr/>
        <a:lstStyle/>
        <a:p>
          <a:r>
            <a:rPr dirty="0"/>
            <a:t>1</a:t>
          </a:r>
        </a:p>
      </dgm:t>
    </dgm:pt>
    <dgm:pt modelId="{FADB268B-180E-4788-B8A2-D760C70F6E9C}">
      <dgm:prSet phldrT="[Текст]" phldr="0" custT="1"/>
      <dgm:spPr/>
      <dgm:t>
        <a:bodyPr/>
        <a:lstStyle/>
        <a:p>
          <a:r>
            <a:rPr lang="ru-RU" sz="1500" dirty="0"/>
            <a:t>Пользователи разославшие эти приглашения</a:t>
          </a:r>
        </a:p>
        <a:p>
          <a:r>
            <a:rPr lang="ru-RU" sz="5400" b="1" dirty="0"/>
            <a:t>2992</a:t>
          </a:r>
        </a:p>
      </dgm:t>
    </dgm:pt>
    <dgm:pt modelId="{CE9410A3-D369-44C0-BF58-2C1C5A5F8EC7}" type="parTrans" cxnId="{DBF7C743-A6A4-4F3F-A82C-3BFCB948657B}">
      <dgm:prSet/>
      <dgm:spPr/>
      <dgm:t>
        <a:bodyPr/>
        <a:lstStyle/>
        <a:p>
          <a:endParaRPr lang="ru-RU"/>
        </a:p>
      </dgm:t>
    </dgm:pt>
    <dgm:pt modelId="{6C56969A-D801-47CC-AF97-7E21B6DAD4AF}" type="sibTrans" cxnId="{DBF7C743-A6A4-4F3F-A82C-3BFCB948657B}">
      <dgm:prSet phldrT="2" phldr="0"/>
      <dgm:spPr/>
      <dgm:t>
        <a:bodyPr/>
        <a:lstStyle/>
        <a:p>
          <a:r>
            <a:t>2</a:t>
          </a:r>
        </a:p>
      </dgm:t>
    </dgm:pt>
    <dgm:pt modelId="{9896287B-047E-424C-BBB5-AE3B2F4C06F3}">
      <dgm:prSet phldrT="[Текст]" phldr="0" custT="1"/>
      <dgm:spPr/>
      <dgm:t>
        <a:bodyPr/>
        <a:lstStyle/>
        <a:p>
          <a:r>
            <a:rPr lang="ru-RU" sz="1600" dirty="0"/>
            <a:t>Доля успешных приглашений</a:t>
          </a:r>
        </a:p>
        <a:p>
          <a:r>
            <a:rPr lang="ru-RU" sz="5400" b="1" dirty="0">
              <a:solidFill>
                <a:srgbClr val="00B050"/>
              </a:solidFill>
            </a:rPr>
            <a:t>36%</a:t>
          </a:r>
        </a:p>
      </dgm:t>
    </dgm:pt>
    <dgm:pt modelId="{3690C21D-F265-4B5A-A197-C1ECEF8A5519}" type="parTrans" cxnId="{94BC7050-5FC7-4F91-ACA4-6651BD55546D}">
      <dgm:prSet/>
      <dgm:spPr/>
      <dgm:t>
        <a:bodyPr/>
        <a:lstStyle/>
        <a:p>
          <a:endParaRPr lang="ru-RU"/>
        </a:p>
      </dgm:t>
    </dgm:pt>
    <dgm:pt modelId="{E5F07024-3239-498A-B09F-22A7F4201964}" type="sibTrans" cxnId="{94BC7050-5FC7-4F91-ACA4-6651BD55546D}">
      <dgm:prSet phldrT="3" phldr="0"/>
      <dgm:spPr/>
      <dgm:t>
        <a:bodyPr/>
        <a:lstStyle/>
        <a:p>
          <a:r>
            <a:t>3</a:t>
          </a:r>
        </a:p>
      </dgm:t>
    </dgm:pt>
    <dgm:pt modelId="{80BE0395-9BDB-40A3-86F3-0F08AE6EBE80}" type="pres">
      <dgm:prSet presAssocID="{3A37E285-BC80-4C6E-9A09-92699FB56926}" presName="linearFlow" presStyleCnt="0">
        <dgm:presLayoutVars>
          <dgm:dir/>
          <dgm:animLvl val="lvl"/>
          <dgm:resizeHandles val="exact"/>
        </dgm:presLayoutVars>
      </dgm:prSet>
      <dgm:spPr/>
    </dgm:pt>
    <dgm:pt modelId="{4B8CDE49-3F3C-4AA8-BF02-F702279B07CB}" type="pres">
      <dgm:prSet presAssocID="{44A680EC-BFBB-48B2-A3EB-40DBBC04DE78}" presName="compositeNode" presStyleCnt="0"/>
      <dgm:spPr/>
    </dgm:pt>
    <dgm:pt modelId="{E9818A11-5046-434E-8E9E-559AAF679502}" type="pres">
      <dgm:prSet presAssocID="{44A680EC-BFBB-48B2-A3EB-40DBBC04DE7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C20FE4A-4D7F-432A-B522-1D12A91385D8}" type="pres">
      <dgm:prSet presAssocID="{44A680EC-BFBB-48B2-A3EB-40DBBC04DE78}" presName="parSh" presStyleCnt="0"/>
      <dgm:spPr/>
    </dgm:pt>
    <dgm:pt modelId="{03AD5119-4AFA-4853-A52C-5EC5B46FD473}" type="pres">
      <dgm:prSet presAssocID="{44A680EC-BFBB-48B2-A3EB-40DBBC04DE78}" presName="lineNode" presStyleLbl="alignNode1" presStyleIdx="0" presStyleCnt="9"/>
      <dgm:spPr/>
    </dgm:pt>
    <dgm:pt modelId="{7DDDB34A-AE5F-4473-89DB-C0E8804EAE6B}" type="pres">
      <dgm:prSet presAssocID="{44A680EC-BFBB-48B2-A3EB-40DBBC04DE78}" presName="lineArrowNode" presStyleLbl="alignNode1" presStyleIdx="1" presStyleCnt="9"/>
      <dgm:spPr/>
    </dgm:pt>
    <dgm:pt modelId="{4A2838EE-5517-4C8E-85C6-A4ABAD6AFB66}" type="pres">
      <dgm:prSet presAssocID="{5158F46D-AB73-4779-B8C7-E37CB3F6F99B}" presName="sibTransNodeCircle" presStyleLbl="alignNode1" presStyleIdx="2" presStyleCnt="9">
        <dgm:presLayoutVars>
          <dgm:chMax val="0"/>
          <dgm:bulletEnabled/>
        </dgm:presLayoutVars>
      </dgm:prSet>
      <dgm:spPr/>
    </dgm:pt>
    <dgm:pt modelId="{36034910-2255-49D8-A8DB-45193B0298A1}" type="pres">
      <dgm:prSet presAssocID="{5158F46D-AB73-4779-B8C7-E37CB3F6F99B}" presName="spacerBetweenCircleAndCallout" presStyleCnt="0">
        <dgm:presLayoutVars/>
      </dgm:prSet>
      <dgm:spPr/>
    </dgm:pt>
    <dgm:pt modelId="{D5E64DF6-8068-48A4-93A2-16D32B454F9E}" type="pres">
      <dgm:prSet presAssocID="{5158F46D-AB73-4779-B8C7-E37CB3F6F99B}" presName="verticalConnector" presStyleLbl="alignAccFollowNode1" presStyleIdx="0" presStyleCnt="3"/>
      <dgm:spPr/>
    </dgm:pt>
    <dgm:pt modelId="{F15AEC89-A0CD-4DA2-BCC8-81198D9158A5}" type="pres">
      <dgm:prSet presAssocID="{44A680EC-BFBB-48B2-A3EB-40DBBC04DE78}" presName="nodeText" presStyleLbl="fgAcc1" presStyleIdx="0" presStyleCnt="3">
        <dgm:presLayoutVars>
          <dgm:bulletEnabled val="1"/>
        </dgm:presLayoutVars>
      </dgm:prSet>
      <dgm:spPr/>
    </dgm:pt>
    <dgm:pt modelId="{187AE7CA-D3A3-4EA8-822F-5D6D4FF585C0}" type="pres">
      <dgm:prSet presAssocID="{5158F46D-AB73-4779-B8C7-E37CB3F6F99B}" presName="sibTransComposite" presStyleCnt="0"/>
      <dgm:spPr/>
    </dgm:pt>
    <dgm:pt modelId="{1DEF44B1-9B91-40D3-BF34-E1AF436E510B}" type="pres">
      <dgm:prSet presAssocID="{FADB268B-180E-4788-B8A2-D760C70F6E9C}" presName="compositeNode" presStyleCnt="0"/>
      <dgm:spPr/>
    </dgm:pt>
    <dgm:pt modelId="{83FFAA12-AE2C-4740-935B-AEA472BDE61B}" type="pres">
      <dgm:prSet presAssocID="{FADB268B-180E-4788-B8A2-D760C70F6E9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8CE7709-5636-4FA1-AD51-6739808BF8FA}" type="pres">
      <dgm:prSet presAssocID="{FADB268B-180E-4788-B8A2-D760C70F6E9C}" presName="parSh" presStyleCnt="0"/>
      <dgm:spPr/>
    </dgm:pt>
    <dgm:pt modelId="{A922EF59-E154-4E4B-BDC7-71BEA27F313D}" type="pres">
      <dgm:prSet presAssocID="{FADB268B-180E-4788-B8A2-D760C70F6E9C}" presName="lineNode" presStyleLbl="alignNode1" presStyleIdx="3" presStyleCnt="9"/>
      <dgm:spPr/>
    </dgm:pt>
    <dgm:pt modelId="{F8330215-1168-41A8-A86A-C5EAC0605C7B}" type="pres">
      <dgm:prSet presAssocID="{FADB268B-180E-4788-B8A2-D760C70F6E9C}" presName="lineArrowNode" presStyleLbl="alignNode1" presStyleIdx="4" presStyleCnt="9"/>
      <dgm:spPr/>
    </dgm:pt>
    <dgm:pt modelId="{60404925-2527-4C2D-A0AD-7FBCE107F13F}" type="pres">
      <dgm:prSet presAssocID="{6C56969A-D801-47CC-AF97-7E21B6DAD4AF}" presName="sibTransNodeCircle" presStyleLbl="alignNode1" presStyleIdx="5" presStyleCnt="9">
        <dgm:presLayoutVars>
          <dgm:chMax val="0"/>
          <dgm:bulletEnabled/>
        </dgm:presLayoutVars>
      </dgm:prSet>
      <dgm:spPr/>
    </dgm:pt>
    <dgm:pt modelId="{688FB342-8973-4730-A17A-25901B77CEDD}" type="pres">
      <dgm:prSet presAssocID="{6C56969A-D801-47CC-AF97-7E21B6DAD4AF}" presName="spacerBetweenCircleAndCallout" presStyleCnt="0">
        <dgm:presLayoutVars/>
      </dgm:prSet>
      <dgm:spPr/>
    </dgm:pt>
    <dgm:pt modelId="{507121FB-3C2D-4EBB-98EB-97E1F9816332}" type="pres">
      <dgm:prSet presAssocID="{6C56969A-D801-47CC-AF97-7E21B6DAD4AF}" presName="verticalConnector" presStyleLbl="alignAccFollowNode1" presStyleIdx="1" presStyleCnt="3"/>
      <dgm:spPr/>
    </dgm:pt>
    <dgm:pt modelId="{E4B8CB76-7F90-455F-90E1-788D5DF89481}" type="pres">
      <dgm:prSet presAssocID="{FADB268B-180E-4788-B8A2-D760C70F6E9C}" presName="nodeText" presStyleLbl="fgAcc1" presStyleIdx="1" presStyleCnt="3">
        <dgm:presLayoutVars>
          <dgm:bulletEnabled val="1"/>
        </dgm:presLayoutVars>
      </dgm:prSet>
      <dgm:spPr/>
    </dgm:pt>
    <dgm:pt modelId="{8BFBEFE9-5D36-45D6-8AA9-188A38B9F021}" type="pres">
      <dgm:prSet presAssocID="{6C56969A-D801-47CC-AF97-7E21B6DAD4AF}" presName="sibTransComposite" presStyleCnt="0"/>
      <dgm:spPr/>
    </dgm:pt>
    <dgm:pt modelId="{BC4EDC47-32A5-4A37-8A41-D5B6037B3C02}" type="pres">
      <dgm:prSet presAssocID="{9896287B-047E-424C-BBB5-AE3B2F4C06F3}" presName="compositeNode" presStyleCnt="0"/>
      <dgm:spPr/>
    </dgm:pt>
    <dgm:pt modelId="{FAABC360-C064-4AA3-9182-D47F5D866102}" type="pres">
      <dgm:prSet presAssocID="{9896287B-047E-424C-BBB5-AE3B2F4C06F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B75AD84-53C3-4AA4-A2E9-235D5736280E}" type="pres">
      <dgm:prSet presAssocID="{9896287B-047E-424C-BBB5-AE3B2F4C06F3}" presName="parSh" presStyleCnt="0"/>
      <dgm:spPr/>
    </dgm:pt>
    <dgm:pt modelId="{F1AA73DE-C323-4FBA-B9E3-97A4EB82DADC}" type="pres">
      <dgm:prSet presAssocID="{9896287B-047E-424C-BBB5-AE3B2F4C06F3}" presName="lineNode" presStyleLbl="alignNode1" presStyleIdx="6" presStyleCnt="9"/>
      <dgm:spPr/>
    </dgm:pt>
    <dgm:pt modelId="{6128F0AD-55FB-452F-8052-59F60A43100C}" type="pres">
      <dgm:prSet presAssocID="{9896287B-047E-424C-BBB5-AE3B2F4C06F3}" presName="lineArrowNode" presStyleLbl="alignNode1" presStyleIdx="7" presStyleCnt="9"/>
      <dgm:spPr/>
    </dgm:pt>
    <dgm:pt modelId="{B1960794-448B-4650-A77B-AC6E128516F9}" type="pres">
      <dgm:prSet presAssocID="{E5F07024-3239-498A-B09F-22A7F4201964}" presName="sibTransNodeCircle" presStyleLbl="alignNode1" presStyleIdx="8" presStyleCnt="9">
        <dgm:presLayoutVars>
          <dgm:chMax val="0"/>
          <dgm:bulletEnabled/>
        </dgm:presLayoutVars>
      </dgm:prSet>
      <dgm:spPr/>
    </dgm:pt>
    <dgm:pt modelId="{E5813E3B-9B60-47A6-8B4A-854572A5283A}" type="pres">
      <dgm:prSet presAssocID="{E5F07024-3239-498A-B09F-22A7F4201964}" presName="spacerBetweenCircleAndCallout" presStyleCnt="0">
        <dgm:presLayoutVars/>
      </dgm:prSet>
      <dgm:spPr/>
    </dgm:pt>
    <dgm:pt modelId="{65F54253-E2D5-43CF-806E-5E993412597E}" type="pres">
      <dgm:prSet presAssocID="{E5F07024-3239-498A-B09F-22A7F4201964}" presName="verticalConnector" presStyleLbl="alignAccFollowNode1" presStyleIdx="2" presStyleCnt="3"/>
      <dgm:spPr/>
    </dgm:pt>
    <dgm:pt modelId="{C43E57F0-31C8-422C-B5A8-EA87471CAF38}" type="pres">
      <dgm:prSet presAssocID="{9896287B-047E-424C-BBB5-AE3B2F4C06F3}" presName="nodeText" presStyleLbl="fgAcc1" presStyleIdx="2" presStyleCnt="3">
        <dgm:presLayoutVars>
          <dgm:bulletEnabled val="1"/>
        </dgm:presLayoutVars>
      </dgm:prSet>
      <dgm:spPr/>
    </dgm:pt>
  </dgm:ptLst>
  <dgm:cxnLst>
    <dgm:cxn modelId="{B5B45009-9760-40D0-B3BA-07176B3EB6B4}" type="presOf" srcId="{9896287B-047E-424C-BBB5-AE3B2F4C06F3}" destId="{C43E57F0-31C8-422C-B5A8-EA87471CAF38}" srcOrd="1" destOrd="0" presId="urn:microsoft.com/office/officeart/2024/layout/NumberedLinearArrowProcess#1"/>
    <dgm:cxn modelId="{3667C715-E845-4446-889A-B0A662675E65}" type="presOf" srcId="{3A37E285-BC80-4C6E-9A09-92699FB56926}" destId="{80BE0395-9BDB-40A3-86F3-0F08AE6EBE80}" srcOrd="0" destOrd="0" presId="urn:microsoft.com/office/officeart/2024/layout/NumberedLinearArrowProcess#1"/>
    <dgm:cxn modelId="{DBF7C743-A6A4-4F3F-A82C-3BFCB948657B}" srcId="{3A37E285-BC80-4C6E-9A09-92699FB56926}" destId="{FADB268B-180E-4788-B8A2-D760C70F6E9C}" srcOrd="1" destOrd="0" parTransId="{CE9410A3-D369-44C0-BF58-2C1C5A5F8EC7}" sibTransId="{6C56969A-D801-47CC-AF97-7E21B6DAD4AF}"/>
    <dgm:cxn modelId="{AE557268-5B91-4FBD-852A-65159C149FAA}" srcId="{3A37E285-BC80-4C6E-9A09-92699FB56926}" destId="{44A680EC-BFBB-48B2-A3EB-40DBBC04DE78}" srcOrd="0" destOrd="0" parTransId="{942E9E3B-91EC-4984-8059-A79747ECACE5}" sibTransId="{5158F46D-AB73-4779-B8C7-E37CB3F6F99B}"/>
    <dgm:cxn modelId="{9595C84A-78C6-4B65-B4AA-0073AAF405AC}" type="presOf" srcId="{FADB268B-180E-4788-B8A2-D760C70F6E9C}" destId="{F8330215-1168-41A8-A86A-C5EAC0605C7B}" srcOrd="0" destOrd="0" presId="urn:microsoft.com/office/officeart/2024/layout/NumberedLinearArrowProcess#1"/>
    <dgm:cxn modelId="{94BC7050-5FC7-4F91-ACA4-6651BD55546D}" srcId="{3A37E285-BC80-4C6E-9A09-92699FB56926}" destId="{9896287B-047E-424C-BBB5-AE3B2F4C06F3}" srcOrd="2" destOrd="0" parTransId="{3690C21D-F265-4B5A-A197-C1ECEF8A5519}" sibTransId="{E5F07024-3239-498A-B09F-22A7F4201964}"/>
    <dgm:cxn modelId="{A809577D-2983-4B5C-9C78-6F2202EF7FEE}" type="presOf" srcId="{9896287B-047E-424C-BBB5-AE3B2F4C06F3}" destId="{6128F0AD-55FB-452F-8052-59F60A43100C}" srcOrd="0" destOrd="0" presId="urn:microsoft.com/office/officeart/2024/layout/NumberedLinearArrowProcess#1"/>
    <dgm:cxn modelId="{93424183-93F6-48D7-8AEE-5543BF7EEFA3}" type="presOf" srcId="{E5F07024-3239-498A-B09F-22A7F4201964}" destId="{B1960794-448B-4650-A77B-AC6E128516F9}" srcOrd="0" destOrd="0" presId="urn:microsoft.com/office/officeart/2024/layout/NumberedLinearArrowProcess#1"/>
    <dgm:cxn modelId="{1C26558A-AA65-4AEC-8C21-5814B2184906}" type="presOf" srcId="{FADB268B-180E-4788-B8A2-D760C70F6E9C}" destId="{E4B8CB76-7F90-455F-90E1-788D5DF89481}" srcOrd="1" destOrd="0" presId="urn:microsoft.com/office/officeart/2024/layout/NumberedLinearArrowProcess#1"/>
    <dgm:cxn modelId="{2F6344AB-7FDD-4434-9084-B1C9FF4F5A1D}" type="presOf" srcId="{6C56969A-D801-47CC-AF97-7E21B6DAD4AF}" destId="{60404925-2527-4C2D-A0AD-7FBCE107F13F}" srcOrd="0" destOrd="0" presId="urn:microsoft.com/office/officeart/2024/layout/NumberedLinearArrowProcess#1"/>
    <dgm:cxn modelId="{126B0DBC-00EB-4948-AA2F-2104B00650D9}" type="presOf" srcId="{44A680EC-BFBB-48B2-A3EB-40DBBC04DE78}" destId="{F15AEC89-A0CD-4DA2-BCC8-81198D9158A5}" srcOrd="1" destOrd="0" presId="urn:microsoft.com/office/officeart/2024/layout/NumberedLinearArrowProcess#1"/>
    <dgm:cxn modelId="{9DB571F1-35A8-4543-8E39-C767E8DD7752}" type="presOf" srcId="{5158F46D-AB73-4779-B8C7-E37CB3F6F99B}" destId="{4A2838EE-5517-4C8E-85C6-A4ABAD6AFB66}" srcOrd="0" destOrd="0" presId="urn:microsoft.com/office/officeart/2024/layout/NumberedLinearArrowProcess#1"/>
    <dgm:cxn modelId="{26D002F4-FABC-4F09-A071-89252125528A}" type="presOf" srcId="{44A680EC-BFBB-48B2-A3EB-40DBBC04DE78}" destId="{7DDDB34A-AE5F-4473-89DB-C0E8804EAE6B}" srcOrd="0" destOrd="0" presId="urn:microsoft.com/office/officeart/2024/layout/NumberedLinearArrowProcess#1"/>
    <dgm:cxn modelId="{9DC1D3CD-49DA-4D61-9D51-22F5666CD2CA}" type="presParOf" srcId="{80BE0395-9BDB-40A3-86F3-0F08AE6EBE80}" destId="{4B8CDE49-3F3C-4AA8-BF02-F702279B07CB}" srcOrd="0" destOrd="0" presId="urn:microsoft.com/office/officeart/2024/layout/NumberedLinearArrowProcess#1"/>
    <dgm:cxn modelId="{1F1E34F2-71AB-45BE-8EF8-70A6CEBD6074}" type="presParOf" srcId="{4B8CDE49-3F3C-4AA8-BF02-F702279B07CB}" destId="{E9818A11-5046-434E-8E9E-559AAF679502}" srcOrd="0" destOrd="0" presId="urn:microsoft.com/office/officeart/2024/layout/NumberedLinearArrowProcess#1"/>
    <dgm:cxn modelId="{4AC0FF86-CEE0-41CB-9539-0E0471AE1ECA}" type="presParOf" srcId="{4B8CDE49-3F3C-4AA8-BF02-F702279B07CB}" destId="{BC20FE4A-4D7F-432A-B522-1D12A91385D8}" srcOrd="1" destOrd="0" presId="urn:microsoft.com/office/officeart/2024/layout/NumberedLinearArrowProcess#1"/>
    <dgm:cxn modelId="{4E54ABC4-442F-490D-A81B-927D4608F493}" type="presParOf" srcId="{BC20FE4A-4D7F-432A-B522-1D12A91385D8}" destId="{03AD5119-4AFA-4853-A52C-5EC5B46FD473}" srcOrd="0" destOrd="0" presId="urn:microsoft.com/office/officeart/2024/layout/NumberedLinearArrowProcess#1"/>
    <dgm:cxn modelId="{AEC2B014-E3A8-4CFC-BC94-57C050870233}" type="presParOf" srcId="{BC20FE4A-4D7F-432A-B522-1D12A91385D8}" destId="{7DDDB34A-AE5F-4473-89DB-C0E8804EAE6B}" srcOrd="1" destOrd="0" presId="urn:microsoft.com/office/officeart/2024/layout/NumberedLinearArrowProcess#1"/>
    <dgm:cxn modelId="{F0465239-8D19-45EC-ACA8-986A3537CF62}" type="presParOf" srcId="{BC20FE4A-4D7F-432A-B522-1D12A91385D8}" destId="{4A2838EE-5517-4C8E-85C6-A4ABAD6AFB66}" srcOrd="2" destOrd="0" presId="urn:microsoft.com/office/officeart/2024/layout/NumberedLinearArrowProcess#1"/>
    <dgm:cxn modelId="{1C57A6BB-0263-4884-9737-DD924717D066}" type="presParOf" srcId="{BC20FE4A-4D7F-432A-B522-1D12A91385D8}" destId="{36034910-2255-49D8-A8DB-45193B0298A1}" srcOrd="3" destOrd="0" presId="urn:microsoft.com/office/officeart/2024/layout/NumberedLinearArrowProcess#1"/>
    <dgm:cxn modelId="{8639EAA9-06C0-48E7-B655-D86A230C261B}" type="presParOf" srcId="{BC20FE4A-4D7F-432A-B522-1D12A91385D8}" destId="{D5E64DF6-8068-48A4-93A2-16D32B454F9E}" srcOrd="4" destOrd="0" presId="urn:microsoft.com/office/officeart/2024/layout/NumberedLinearArrowProcess#1"/>
    <dgm:cxn modelId="{2B3F64D6-85DD-41FB-AD46-5918158A6237}" type="presParOf" srcId="{4B8CDE49-3F3C-4AA8-BF02-F702279B07CB}" destId="{F15AEC89-A0CD-4DA2-BCC8-81198D9158A5}" srcOrd="2" destOrd="0" presId="urn:microsoft.com/office/officeart/2024/layout/NumberedLinearArrowProcess#1"/>
    <dgm:cxn modelId="{13024D84-3BF9-4160-B2FC-569607C12914}" type="presParOf" srcId="{80BE0395-9BDB-40A3-86F3-0F08AE6EBE80}" destId="{187AE7CA-D3A3-4EA8-822F-5D6D4FF585C0}" srcOrd="1" destOrd="0" presId="urn:microsoft.com/office/officeart/2024/layout/NumberedLinearArrowProcess#1"/>
    <dgm:cxn modelId="{9F83D580-9C92-4F05-82CD-6AFA68B82761}" type="presParOf" srcId="{80BE0395-9BDB-40A3-86F3-0F08AE6EBE80}" destId="{1DEF44B1-9B91-40D3-BF34-E1AF436E510B}" srcOrd="2" destOrd="0" presId="urn:microsoft.com/office/officeart/2024/layout/NumberedLinearArrowProcess#1"/>
    <dgm:cxn modelId="{7AA28572-4E48-48D7-902A-8FE09A58FF4A}" type="presParOf" srcId="{1DEF44B1-9B91-40D3-BF34-E1AF436E510B}" destId="{83FFAA12-AE2C-4740-935B-AEA472BDE61B}" srcOrd="0" destOrd="0" presId="urn:microsoft.com/office/officeart/2024/layout/NumberedLinearArrowProcess#1"/>
    <dgm:cxn modelId="{C6F5F2D3-EEB1-4D7E-99FC-9831074C5183}" type="presParOf" srcId="{1DEF44B1-9B91-40D3-BF34-E1AF436E510B}" destId="{B8CE7709-5636-4FA1-AD51-6739808BF8FA}" srcOrd="1" destOrd="0" presId="urn:microsoft.com/office/officeart/2024/layout/NumberedLinearArrowProcess#1"/>
    <dgm:cxn modelId="{079C917A-D3A3-4717-9A52-A43604F8BE3E}" type="presParOf" srcId="{B8CE7709-5636-4FA1-AD51-6739808BF8FA}" destId="{A922EF59-E154-4E4B-BDC7-71BEA27F313D}" srcOrd="0" destOrd="0" presId="urn:microsoft.com/office/officeart/2024/layout/NumberedLinearArrowProcess#1"/>
    <dgm:cxn modelId="{7D7F57C2-C177-4432-881B-39E19F0A86A7}" type="presParOf" srcId="{B8CE7709-5636-4FA1-AD51-6739808BF8FA}" destId="{F8330215-1168-41A8-A86A-C5EAC0605C7B}" srcOrd="1" destOrd="0" presId="urn:microsoft.com/office/officeart/2024/layout/NumberedLinearArrowProcess#1"/>
    <dgm:cxn modelId="{A036CEC9-E26F-4884-91B5-B7B17AAE3447}" type="presParOf" srcId="{B8CE7709-5636-4FA1-AD51-6739808BF8FA}" destId="{60404925-2527-4C2D-A0AD-7FBCE107F13F}" srcOrd="2" destOrd="0" presId="urn:microsoft.com/office/officeart/2024/layout/NumberedLinearArrowProcess#1"/>
    <dgm:cxn modelId="{85420060-D9F5-4853-A1E9-24333C8F9615}" type="presParOf" srcId="{B8CE7709-5636-4FA1-AD51-6739808BF8FA}" destId="{688FB342-8973-4730-A17A-25901B77CEDD}" srcOrd="3" destOrd="0" presId="urn:microsoft.com/office/officeart/2024/layout/NumberedLinearArrowProcess#1"/>
    <dgm:cxn modelId="{310552FD-7E46-40F1-A327-E0A0E8FE20E2}" type="presParOf" srcId="{B8CE7709-5636-4FA1-AD51-6739808BF8FA}" destId="{507121FB-3C2D-4EBB-98EB-97E1F9816332}" srcOrd="4" destOrd="0" presId="urn:microsoft.com/office/officeart/2024/layout/NumberedLinearArrowProcess#1"/>
    <dgm:cxn modelId="{650B323E-1E06-4C84-A1D5-2A71ADC3EBFF}" type="presParOf" srcId="{1DEF44B1-9B91-40D3-BF34-E1AF436E510B}" destId="{E4B8CB76-7F90-455F-90E1-788D5DF89481}" srcOrd="2" destOrd="0" presId="urn:microsoft.com/office/officeart/2024/layout/NumberedLinearArrowProcess#1"/>
    <dgm:cxn modelId="{F8A54F61-7A12-4B2E-BF14-D181C6D37B58}" type="presParOf" srcId="{80BE0395-9BDB-40A3-86F3-0F08AE6EBE80}" destId="{8BFBEFE9-5D36-45D6-8AA9-188A38B9F021}" srcOrd="3" destOrd="0" presId="urn:microsoft.com/office/officeart/2024/layout/NumberedLinearArrowProcess#1"/>
    <dgm:cxn modelId="{19CA3498-3AEE-43B5-8822-79C98998F8D5}" type="presParOf" srcId="{80BE0395-9BDB-40A3-86F3-0F08AE6EBE80}" destId="{BC4EDC47-32A5-4A37-8A41-D5B6037B3C02}" srcOrd="4" destOrd="0" presId="urn:microsoft.com/office/officeart/2024/layout/NumberedLinearArrowProcess#1"/>
    <dgm:cxn modelId="{203D46D9-50BB-44C8-A43A-68F1379184AC}" type="presParOf" srcId="{BC4EDC47-32A5-4A37-8A41-D5B6037B3C02}" destId="{FAABC360-C064-4AA3-9182-D47F5D866102}" srcOrd="0" destOrd="0" presId="urn:microsoft.com/office/officeart/2024/layout/NumberedLinearArrowProcess#1"/>
    <dgm:cxn modelId="{F8ED13EE-9F92-48DF-8284-EEEAD5A3B9EB}" type="presParOf" srcId="{BC4EDC47-32A5-4A37-8A41-D5B6037B3C02}" destId="{DB75AD84-53C3-4AA4-A2E9-235D5736280E}" srcOrd="1" destOrd="0" presId="urn:microsoft.com/office/officeart/2024/layout/NumberedLinearArrowProcess#1"/>
    <dgm:cxn modelId="{AF22629E-5956-4B34-835B-4605A02A4124}" type="presParOf" srcId="{DB75AD84-53C3-4AA4-A2E9-235D5736280E}" destId="{F1AA73DE-C323-4FBA-B9E3-97A4EB82DADC}" srcOrd="0" destOrd="0" presId="urn:microsoft.com/office/officeart/2024/layout/NumberedLinearArrowProcess#1"/>
    <dgm:cxn modelId="{10E594C6-73B2-43FF-A4CC-92A22599DA86}" type="presParOf" srcId="{DB75AD84-53C3-4AA4-A2E9-235D5736280E}" destId="{6128F0AD-55FB-452F-8052-59F60A43100C}" srcOrd="1" destOrd="0" presId="urn:microsoft.com/office/officeart/2024/layout/NumberedLinearArrowProcess#1"/>
    <dgm:cxn modelId="{381746D5-0A88-4D34-894F-0A73C4C83EEE}" type="presParOf" srcId="{DB75AD84-53C3-4AA4-A2E9-235D5736280E}" destId="{B1960794-448B-4650-A77B-AC6E128516F9}" srcOrd="2" destOrd="0" presId="urn:microsoft.com/office/officeart/2024/layout/NumberedLinearArrowProcess#1"/>
    <dgm:cxn modelId="{E21B5438-E515-434E-8E26-D833CED83541}" type="presParOf" srcId="{DB75AD84-53C3-4AA4-A2E9-235D5736280E}" destId="{E5813E3B-9B60-47A6-8B4A-854572A5283A}" srcOrd="3" destOrd="0" presId="urn:microsoft.com/office/officeart/2024/layout/NumberedLinearArrowProcess#1"/>
    <dgm:cxn modelId="{202BD224-CC8A-423F-B4F7-1DAABF2F8930}" type="presParOf" srcId="{DB75AD84-53C3-4AA4-A2E9-235D5736280E}" destId="{65F54253-E2D5-43CF-806E-5E993412597E}" srcOrd="4" destOrd="0" presId="urn:microsoft.com/office/officeart/2024/layout/NumberedLinearArrowProcess#1"/>
    <dgm:cxn modelId="{5E09B3D0-F227-4D19-AEFF-54890E2A613C}" type="presParOf" srcId="{BC4EDC47-32A5-4A37-8A41-D5B6037B3C02}" destId="{C43E57F0-31C8-422C-B5A8-EA87471CAF38}" srcOrd="2" destOrd="0" presId="urn:microsoft.com/office/officeart/2024/layout/NumberedLinearArrow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418BF8-A18E-4AD1-95D5-353D20A49F7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011E9E-EF7A-40C0-AD09-5126F9743CB4}">
      <dgm:prSet/>
      <dgm:spPr/>
      <dgm:t>
        <a:bodyPr/>
        <a:lstStyle/>
        <a:p>
          <a:r>
            <a:rPr lang="ru-RU"/>
            <a:t>По динамике пользователей и игровых сессий есть два скачка в росте январь и март 2023</a:t>
          </a:r>
          <a:endParaRPr lang="en-US"/>
        </a:p>
      </dgm:t>
    </dgm:pt>
    <dgm:pt modelId="{A2EC8DE1-2DFD-4660-99DE-1681E78C9119}" type="parTrans" cxnId="{3C100655-F356-47C0-BBC7-BA4207FBCF76}">
      <dgm:prSet/>
      <dgm:spPr/>
      <dgm:t>
        <a:bodyPr/>
        <a:lstStyle/>
        <a:p>
          <a:endParaRPr lang="en-US"/>
        </a:p>
      </dgm:t>
    </dgm:pt>
    <dgm:pt modelId="{1D83798D-A71B-4612-9711-AB9A791DFB57}" type="sibTrans" cxnId="{3C100655-F356-47C0-BBC7-BA4207FBCF76}">
      <dgm:prSet/>
      <dgm:spPr/>
      <dgm:t>
        <a:bodyPr/>
        <a:lstStyle/>
        <a:p>
          <a:endParaRPr lang="en-US"/>
        </a:p>
      </dgm:t>
    </dgm:pt>
    <dgm:pt modelId="{D0E4F7D7-DBBB-4357-964C-279DE1B5BF05}">
      <dgm:prSet/>
      <dgm:spPr/>
      <dgm:t>
        <a:bodyPr/>
        <a:lstStyle/>
        <a:p>
          <a:r>
            <a:rPr lang="ru-RU" dirty="0"/>
            <a:t>В декабре 2022, напротив наблюдается падение сессий при таком же количестве игроков</a:t>
          </a:r>
          <a:endParaRPr lang="en-US" dirty="0"/>
        </a:p>
      </dgm:t>
    </dgm:pt>
    <dgm:pt modelId="{AA6121D2-4BF8-4526-B691-1490EDC292AC}" type="parTrans" cxnId="{25686020-B434-4046-9B14-2F5892962A15}">
      <dgm:prSet/>
      <dgm:spPr/>
      <dgm:t>
        <a:bodyPr/>
        <a:lstStyle/>
        <a:p>
          <a:endParaRPr lang="en-US"/>
        </a:p>
      </dgm:t>
    </dgm:pt>
    <dgm:pt modelId="{E6F85B67-5F4F-4DCF-8130-14F96DD58CA6}" type="sibTrans" cxnId="{25686020-B434-4046-9B14-2F5892962A15}">
      <dgm:prSet/>
      <dgm:spPr/>
      <dgm:t>
        <a:bodyPr/>
        <a:lstStyle/>
        <a:p>
          <a:endParaRPr lang="en-US"/>
        </a:p>
      </dgm:t>
    </dgm:pt>
    <dgm:pt modelId="{A1F6E561-2799-4297-97F4-10F82C056983}">
      <dgm:prSet/>
      <dgm:spPr/>
      <dgm:t>
        <a:bodyPr/>
        <a:lstStyle/>
        <a:p>
          <a:r>
            <a:rPr lang="ru-RU"/>
            <a:t>Хорошая конверсия из приглашений в регистрации 36%</a:t>
          </a:r>
          <a:endParaRPr lang="en-US"/>
        </a:p>
      </dgm:t>
    </dgm:pt>
    <dgm:pt modelId="{CC1D5A70-3862-4385-8007-3E07ECF8895B}" type="parTrans" cxnId="{01DEC484-527F-4B28-9551-107149A041E2}">
      <dgm:prSet/>
      <dgm:spPr/>
      <dgm:t>
        <a:bodyPr/>
        <a:lstStyle/>
        <a:p>
          <a:endParaRPr lang="en-US"/>
        </a:p>
      </dgm:t>
    </dgm:pt>
    <dgm:pt modelId="{DAF5A8C8-4541-4FB5-A81C-32A7A837DCFD}" type="sibTrans" cxnId="{01DEC484-527F-4B28-9551-107149A041E2}">
      <dgm:prSet/>
      <dgm:spPr/>
      <dgm:t>
        <a:bodyPr/>
        <a:lstStyle/>
        <a:p>
          <a:endParaRPr lang="en-US"/>
        </a:p>
      </dgm:t>
    </dgm:pt>
    <dgm:pt modelId="{AF20200C-9DC6-4BE6-9DFE-1671C38CC12E}">
      <dgm:prSet/>
      <dgm:spPr/>
      <dgm:t>
        <a:bodyPr/>
        <a:lstStyle/>
        <a:p>
          <a:r>
            <a:rPr lang="ru-RU" dirty="0"/>
            <a:t>Есть техническая проблема с битыми сессиями на </a:t>
          </a:r>
          <a:r>
            <a:rPr lang="en-US" dirty="0"/>
            <a:t>iOS</a:t>
          </a:r>
          <a:r>
            <a:rPr lang="ru-RU" dirty="0"/>
            <a:t>, требующая внимания. </a:t>
          </a:r>
          <a:endParaRPr lang="en-US" dirty="0"/>
        </a:p>
      </dgm:t>
    </dgm:pt>
    <dgm:pt modelId="{4C0712F7-271A-4C55-A5D8-D16AB87F1740}" type="parTrans" cxnId="{71AA56C4-9ECA-4DAC-B1DA-AB5256F5F252}">
      <dgm:prSet/>
      <dgm:spPr/>
      <dgm:t>
        <a:bodyPr/>
        <a:lstStyle/>
        <a:p>
          <a:endParaRPr lang="en-US"/>
        </a:p>
      </dgm:t>
    </dgm:pt>
    <dgm:pt modelId="{E4EB9979-2C16-45FE-AF5E-C2C1A8B511F8}" type="sibTrans" cxnId="{71AA56C4-9ECA-4DAC-B1DA-AB5256F5F252}">
      <dgm:prSet/>
      <dgm:spPr/>
      <dgm:t>
        <a:bodyPr/>
        <a:lstStyle/>
        <a:p>
          <a:endParaRPr lang="en-US"/>
        </a:p>
      </dgm:t>
    </dgm:pt>
    <dgm:pt modelId="{CD972E29-3DE8-4A09-B937-1724B8C11A73}" type="pres">
      <dgm:prSet presAssocID="{E5418BF8-A18E-4AD1-95D5-353D20A49F77}" presName="matrix" presStyleCnt="0">
        <dgm:presLayoutVars>
          <dgm:chMax val="1"/>
          <dgm:dir/>
          <dgm:resizeHandles val="exact"/>
        </dgm:presLayoutVars>
      </dgm:prSet>
      <dgm:spPr/>
    </dgm:pt>
    <dgm:pt modelId="{D5EBAF89-845B-4F11-90C0-4C2F3B022900}" type="pres">
      <dgm:prSet presAssocID="{E5418BF8-A18E-4AD1-95D5-353D20A49F77}" presName="diamond" presStyleLbl="bgShp" presStyleIdx="0" presStyleCnt="1"/>
      <dgm:spPr/>
    </dgm:pt>
    <dgm:pt modelId="{E618EDA5-6C0B-4271-93AD-EAF76FBB5460}" type="pres">
      <dgm:prSet presAssocID="{E5418BF8-A18E-4AD1-95D5-353D20A49F7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B765961-63AC-4FEA-92C2-B149B820BA15}" type="pres">
      <dgm:prSet presAssocID="{E5418BF8-A18E-4AD1-95D5-353D20A49F7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A3EB924-0418-4BBB-9041-0A6614E248CF}" type="pres">
      <dgm:prSet presAssocID="{E5418BF8-A18E-4AD1-95D5-353D20A49F7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9419216-6601-42EF-95DC-BCDEA28ED016}" type="pres">
      <dgm:prSet presAssocID="{E5418BF8-A18E-4AD1-95D5-353D20A49F7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FF23910-7FAE-4906-9E8B-A433B233DB3B}" type="presOf" srcId="{A1F6E561-2799-4297-97F4-10F82C056983}" destId="{DA3EB924-0418-4BBB-9041-0A6614E248CF}" srcOrd="0" destOrd="0" presId="urn:microsoft.com/office/officeart/2005/8/layout/matrix3"/>
    <dgm:cxn modelId="{B0C0B211-58C9-4052-AC32-2B2C0F203506}" type="presOf" srcId="{E5418BF8-A18E-4AD1-95D5-353D20A49F77}" destId="{CD972E29-3DE8-4A09-B937-1724B8C11A73}" srcOrd="0" destOrd="0" presId="urn:microsoft.com/office/officeart/2005/8/layout/matrix3"/>
    <dgm:cxn modelId="{25686020-B434-4046-9B14-2F5892962A15}" srcId="{E5418BF8-A18E-4AD1-95D5-353D20A49F77}" destId="{D0E4F7D7-DBBB-4357-964C-279DE1B5BF05}" srcOrd="1" destOrd="0" parTransId="{AA6121D2-4BF8-4526-B691-1490EDC292AC}" sibTransId="{E6F85B67-5F4F-4DCF-8130-14F96DD58CA6}"/>
    <dgm:cxn modelId="{3C100655-F356-47C0-BBC7-BA4207FBCF76}" srcId="{E5418BF8-A18E-4AD1-95D5-353D20A49F77}" destId="{83011E9E-EF7A-40C0-AD09-5126F9743CB4}" srcOrd="0" destOrd="0" parTransId="{A2EC8DE1-2DFD-4660-99DE-1681E78C9119}" sibTransId="{1D83798D-A71B-4612-9711-AB9A791DFB57}"/>
    <dgm:cxn modelId="{3E871C77-D3BF-4B83-9A20-173ED1C07BD3}" type="presOf" srcId="{83011E9E-EF7A-40C0-AD09-5126F9743CB4}" destId="{E618EDA5-6C0B-4271-93AD-EAF76FBB5460}" srcOrd="0" destOrd="0" presId="urn:microsoft.com/office/officeart/2005/8/layout/matrix3"/>
    <dgm:cxn modelId="{01DEC484-527F-4B28-9551-107149A041E2}" srcId="{E5418BF8-A18E-4AD1-95D5-353D20A49F77}" destId="{A1F6E561-2799-4297-97F4-10F82C056983}" srcOrd="2" destOrd="0" parTransId="{CC1D5A70-3862-4385-8007-3E07ECF8895B}" sibTransId="{DAF5A8C8-4541-4FB5-A81C-32A7A837DCFD}"/>
    <dgm:cxn modelId="{D0E90099-CF8C-4D23-A941-585FC80AD582}" type="presOf" srcId="{D0E4F7D7-DBBB-4357-964C-279DE1B5BF05}" destId="{BB765961-63AC-4FEA-92C2-B149B820BA15}" srcOrd="0" destOrd="0" presId="urn:microsoft.com/office/officeart/2005/8/layout/matrix3"/>
    <dgm:cxn modelId="{71AA56C4-9ECA-4DAC-B1DA-AB5256F5F252}" srcId="{E5418BF8-A18E-4AD1-95D5-353D20A49F77}" destId="{AF20200C-9DC6-4BE6-9DFE-1671C38CC12E}" srcOrd="3" destOrd="0" parTransId="{4C0712F7-271A-4C55-A5D8-D16AB87F1740}" sibTransId="{E4EB9979-2C16-45FE-AF5E-C2C1A8B511F8}"/>
    <dgm:cxn modelId="{D2867EEA-5CC1-4763-9793-198279CE7ECC}" type="presOf" srcId="{AF20200C-9DC6-4BE6-9DFE-1671C38CC12E}" destId="{D9419216-6601-42EF-95DC-BCDEA28ED016}" srcOrd="0" destOrd="0" presId="urn:microsoft.com/office/officeart/2005/8/layout/matrix3"/>
    <dgm:cxn modelId="{25006F87-6D62-4952-B546-59D2A390A5F1}" type="presParOf" srcId="{CD972E29-3DE8-4A09-B937-1724B8C11A73}" destId="{D5EBAF89-845B-4F11-90C0-4C2F3B022900}" srcOrd="0" destOrd="0" presId="urn:microsoft.com/office/officeart/2005/8/layout/matrix3"/>
    <dgm:cxn modelId="{0F652650-7DCA-438B-AC28-CE84E104C938}" type="presParOf" srcId="{CD972E29-3DE8-4A09-B937-1724B8C11A73}" destId="{E618EDA5-6C0B-4271-93AD-EAF76FBB5460}" srcOrd="1" destOrd="0" presId="urn:microsoft.com/office/officeart/2005/8/layout/matrix3"/>
    <dgm:cxn modelId="{EF489725-72CC-4E93-8867-AB7CF55B008F}" type="presParOf" srcId="{CD972E29-3DE8-4A09-B937-1724B8C11A73}" destId="{BB765961-63AC-4FEA-92C2-B149B820BA15}" srcOrd="2" destOrd="0" presId="urn:microsoft.com/office/officeart/2005/8/layout/matrix3"/>
    <dgm:cxn modelId="{771719AE-EC32-4544-9C1F-936A782AE980}" type="presParOf" srcId="{CD972E29-3DE8-4A09-B937-1724B8C11A73}" destId="{DA3EB924-0418-4BBB-9041-0A6614E248CF}" srcOrd="3" destOrd="0" presId="urn:microsoft.com/office/officeart/2005/8/layout/matrix3"/>
    <dgm:cxn modelId="{E1585F16-0ACE-4A9B-A055-6BF0B54C5365}" type="presParOf" srcId="{CD972E29-3DE8-4A09-B937-1724B8C11A73}" destId="{D9419216-6601-42EF-95DC-BCDEA28ED01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D00336-D518-4858-A982-BEF09110CAF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791D17-A80A-4641-870B-E310D98FAF70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0" baseline="0" dirty="0"/>
            <a:t>Скачкообразный рост после проведения акции в марте. Затем - нисходящий тренд</a:t>
          </a:r>
          <a:endParaRPr lang="en-US" dirty="0"/>
        </a:p>
      </dgm:t>
    </dgm:pt>
    <dgm:pt modelId="{5EBCEAEE-BBFD-4D51-99E9-96A92D6DD269}" type="parTrans" cxnId="{973C0E97-72EF-4949-AC39-D6B87BC8D61B}">
      <dgm:prSet/>
      <dgm:spPr/>
      <dgm:t>
        <a:bodyPr/>
        <a:lstStyle/>
        <a:p>
          <a:endParaRPr lang="en-US"/>
        </a:p>
      </dgm:t>
    </dgm:pt>
    <dgm:pt modelId="{A4DF9C9A-97E2-4AB6-BD97-B70B5110BB9B}" type="sibTrans" cxnId="{973C0E97-72EF-4949-AC39-D6B87BC8D61B}">
      <dgm:prSet/>
      <dgm:spPr/>
      <dgm:t>
        <a:bodyPr/>
        <a:lstStyle/>
        <a:p>
          <a:endParaRPr lang="en-US"/>
        </a:p>
      </dgm:t>
    </dgm:pt>
    <dgm:pt modelId="{1A30E12C-E047-4F00-AD4A-4D3D9D4B83DF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0" baseline="0" dirty="0"/>
            <a:t>Пиковые уровни SFW/SFM не достигают 50. </a:t>
          </a:r>
          <a:endParaRPr lang="en-US" dirty="0"/>
        </a:p>
      </dgm:t>
    </dgm:pt>
    <dgm:pt modelId="{409C30B7-693F-4A2A-BEAD-A51EB1B33127}" type="parTrans" cxnId="{5EBA9B40-B2E6-47E7-BEBB-F0A4C9CBAE75}">
      <dgm:prSet/>
      <dgm:spPr/>
      <dgm:t>
        <a:bodyPr/>
        <a:lstStyle/>
        <a:p>
          <a:endParaRPr lang="en-US"/>
        </a:p>
      </dgm:t>
    </dgm:pt>
    <dgm:pt modelId="{B10B57DD-DF83-4BBB-8111-ED1DBF9C8F2E}" type="sibTrans" cxnId="{5EBA9B40-B2E6-47E7-BEBB-F0A4C9CBAE75}">
      <dgm:prSet/>
      <dgm:spPr/>
      <dgm:t>
        <a:bodyPr/>
        <a:lstStyle/>
        <a:p>
          <a:endParaRPr lang="en-US"/>
        </a:p>
      </dgm:t>
    </dgm:pt>
    <dgm:pt modelId="{16F956BA-EE05-431D-A865-61DDBB06B9FA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0" baseline="0" dirty="0"/>
            <a:t>Динамика </a:t>
          </a:r>
          <a:r>
            <a:rPr lang="en-US" b="0" baseline="0" dirty="0"/>
            <a:t>Sticky Factor</a:t>
          </a:r>
          <a:r>
            <a:rPr lang="ru-RU" b="0" baseline="0" dirty="0"/>
            <a:t> скачкообразная и находится в основном на нижней отметке средней вовлеченности</a:t>
          </a:r>
          <a:r>
            <a:rPr lang="en-US" b="0" baseline="0" dirty="0"/>
            <a:t> </a:t>
          </a:r>
          <a:r>
            <a:rPr lang="ru-RU" b="0" baseline="0" dirty="0"/>
            <a:t>игроков</a:t>
          </a:r>
          <a:endParaRPr lang="en-US" dirty="0"/>
        </a:p>
      </dgm:t>
    </dgm:pt>
    <dgm:pt modelId="{58B38A0D-F6AD-4676-A06C-2D08D955C017}" type="parTrans" cxnId="{5284D611-BAA7-4927-992E-5A7DA91160AD}">
      <dgm:prSet/>
      <dgm:spPr/>
      <dgm:t>
        <a:bodyPr/>
        <a:lstStyle/>
        <a:p>
          <a:endParaRPr lang="en-US"/>
        </a:p>
      </dgm:t>
    </dgm:pt>
    <dgm:pt modelId="{F980752E-F562-4F8B-BF1F-843632048622}" type="sibTrans" cxnId="{5284D611-BAA7-4927-992E-5A7DA91160AD}">
      <dgm:prSet/>
      <dgm:spPr/>
      <dgm:t>
        <a:bodyPr/>
        <a:lstStyle/>
        <a:p>
          <a:endParaRPr lang="en-US"/>
        </a:p>
      </dgm:t>
    </dgm:pt>
    <dgm:pt modelId="{0EE92B09-4AC2-4BB1-B6C5-224D1D23F4FD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0" baseline="0" dirty="0"/>
            <a:t>Последние несколько недель происходит падение коэффициентов после проведения акции – тревожный сигнал</a:t>
          </a:r>
          <a:endParaRPr lang="en-US" dirty="0"/>
        </a:p>
      </dgm:t>
    </dgm:pt>
    <dgm:pt modelId="{82C43B3A-3748-4D22-9014-4190E61263BF}" type="parTrans" cxnId="{42A8010C-00D8-497D-BBAA-00E62928AD42}">
      <dgm:prSet/>
      <dgm:spPr/>
      <dgm:t>
        <a:bodyPr/>
        <a:lstStyle/>
        <a:p>
          <a:endParaRPr lang="en-US"/>
        </a:p>
      </dgm:t>
    </dgm:pt>
    <dgm:pt modelId="{59F0A5AD-446F-4413-813C-A3096D249079}" type="sibTrans" cxnId="{42A8010C-00D8-497D-BBAA-00E62928AD42}">
      <dgm:prSet/>
      <dgm:spPr/>
      <dgm:t>
        <a:bodyPr/>
        <a:lstStyle/>
        <a:p>
          <a:endParaRPr lang="en-US"/>
        </a:p>
      </dgm:t>
    </dgm:pt>
    <dgm:pt modelId="{7A1DE23C-8464-461A-8E56-4C4EE362390A}" type="pres">
      <dgm:prSet presAssocID="{5CD00336-D518-4858-A982-BEF09110CAFB}" presName="root" presStyleCnt="0">
        <dgm:presLayoutVars>
          <dgm:dir/>
          <dgm:resizeHandles val="exact"/>
        </dgm:presLayoutVars>
      </dgm:prSet>
      <dgm:spPr/>
    </dgm:pt>
    <dgm:pt modelId="{B839EFB3-5BD7-4E6E-8DCA-FAA49EA681E3}" type="pres">
      <dgm:prSet presAssocID="{06791D17-A80A-4641-870B-E310D98FAF70}" presName="compNode" presStyleCnt="0"/>
      <dgm:spPr/>
    </dgm:pt>
    <dgm:pt modelId="{8A56C77C-FF2D-4EDC-BAB9-7C892CE6EA42}" type="pres">
      <dgm:prSet presAssocID="{06791D17-A80A-4641-870B-E310D98FAF7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F67D6AE-4246-49C6-9D1C-C52F44DD2F34}" type="pres">
      <dgm:prSet presAssocID="{06791D17-A80A-4641-870B-E310D98FAF70}" presName="spaceRect" presStyleCnt="0"/>
      <dgm:spPr/>
    </dgm:pt>
    <dgm:pt modelId="{FABC024A-5CC3-4391-850C-F9E8D20719BF}" type="pres">
      <dgm:prSet presAssocID="{06791D17-A80A-4641-870B-E310D98FAF70}" presName="textRect" presStyleLbl="revTx" presStyleIdx="0" presStyleCnt="4">
        <dgm:presLayoutVars>
          <dgm:chMax val="1"/>
          <dgm:chPref val="1"/>
        </dgm:presLayoutVars>
      </dgm:prSet>
      <dgm:spPr/>
    </dgm:pt>
    <dgm:pt modelId="{A3FF6A70-684A-4C02-B973-AA6F6CC8324A}" type="pres">
      <dgm:prSet presAssocID="{A4DF9C9A-97E2-4AB6-BD97-B70B5110BB9B}" presName="sibTrans" presStyleCnt="0"/>
      <dgm:spPr/>
    </dgm:pt>
    <dgm:pt modelId="{4E4F90DA-9A94-48EB-A85B-CBEFD1FC7948}" type="pres">
      <dgm:prSet presAssocID="{1A30E12C-E047-4F00-AD4A-4D3D9D4B83DF}" presName="compNode" presStyleCnt="0"/>
      <dgm:spPr/>
    </dgm:pt>
    <dgm:pt modelId="{C153FC58-22BC-49C7-A66C-94451A641A19}" type="pres">
      <dgm:prSet presAssocID="{1A30E12C-E047-4F00-AD4A-4D3D9D4B83D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0B9D3967-0635-47F6-9B86-55C4B76DA161}" type="pres">
      <dgm:prSet presAssocID="{1A30E12C-E047-4F00-AD4A-4D3D9D4B83DF}" presName="spaceRect" presStyleCnt="0"/>
      <dgm:spPr/>
    </dgm:pt>
    <dgm:pt modelId="{467869D5-8812-4E13-A826-F841752163C2}" type="pres">
      <dgm:prSet presAssocID="{1A30E12C-E047-4F00-AD4A-4D3D9D4B83DF}" presName="textRect" presStyleLbl="revTx" presStyleIdx="1" presStyleCnt="4">
        <dgm:presLayoutVars>
          <dgm:chMax val="1"/>
          <dgm:chPref val="1"/>
        </dgm:presLayoutVars>
      </dgm:prSet>
      <dgm:spPr/>
    </dgm:pt>
    <dgm:pt modelId="{3093070F-9490-4172-A1B0-BD49CE3FA50A}" type="pres">
      <dgm:prSet presAssocID="{B10B57DD-DF83-4BBB-8111-ED1DBF9C8F2E}" presName="sibTrans" presStyleCnt="0"/>
      <dgm:spPr/>
    </dgm:pt>
    <dgm:pt modelId="{433FFEE4-BD80-4339-BF83-B2535EE69878}" type="pres">
      <dgm:prSet presAssocID="{16F956BA-EE05-431D-A865-61DDBB06B9FA}" presName="compNode" presStyleCnt="0"/>
      <dgm:spPr/>
    </dgm:pt>
    <dgm:pt modelId="{A83AF8FF-8EAF-434B-AE8A-A4B8ADA56C73}" type="pres">
      <dgm:prSet presAssocID="{16F956BA-EE05-431D-A865-61DDBB06B9F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CF2D5BD6-3006-4E76-9BF5-12AF357C388F}" type="pres">
      <dgm:prSet presAssocID="{16F956BA-EE05-431D-A865-61DDBB06B9FA}" presName="spaceRect" presStyleCnt="0"/>
      <dgm:spPr/>
    </dgm:pt>
    <dgm:pt modelId="{B16F872A-4FAC-4F6C-B2F7-93D2B13E847F}" type="pres">
      <dgm:prSet presAssocID="{16F956BA-EE05-431D-A865-61DDBB06B9FA}" presName="textRect" presStyleLbl="revTx" presStyleIdx="2" presStyleCnt="4">
        <dgm:presLayoutVars>
          <dgm:chMax val="1"/>
          <dgm:chPref val="1"/>
        </dgm:presLayoutVars>
      </dgm:prSet>
      <dgm:spPr/>
    </dgm:pt>
    <dgm:pt modelId="{5E702B76-F7A0-42A1-B801-BC7AE3EA76D8}" type="pres">
      <dgm:prSet presAssocID="{F980752E-F562-4F8B-BF1F-843632048622}" presName="sibTrans" presStyleCnt="0"/>
      <dgm:spPr/>
    </dgm:pt>
    <dgm:pt modelId="{0E0A5A42-A71E-4A3E-80EB-CCEDC084814C}" type="pres">
      <dgm:prSet presAssocID="{0EE92B09-4AC2-4BB1-B6C5-224D1D23F4FD}" presName="compNode" presStyleCnt="0"/>
      <dgm:spPr/>
    </dgm:pt>
    <dgm:pt modelId="{5C77E3E5-BFF0-4651-B4CC-8CC476DA2C3D}" type="pres">
      <dgm:prSet presAssocID="{0EE92B09-4AC2-4BB1-B6C5-224D1D23F4F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Маркетинг"/>
        </a:ext>
      </dgm:extLst>
    </dgm:pt>
    <dgm:pt modelId="{83C77176-3EC7-4AEE-B390-9D429E011278}" type="pres">
      <dgm:prSet presAssocID="{0EE92B09-4AC2-4BB1-B6C5-224D1D23F4FD}" presName="spaceRect" presStyleCnt="0"/>
      <dgm:spPr/>
    </dgm:pt>
    <dgm:pt modelId="{EFBF01F4-441F-4075-BC28-EE1C618938BF}" type="pres">
      <dgm:prSet presAssocID="{0EE92B09-4AC2-4BB1-B6C5-224D1D23F4F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2A8010C-00D8-497D-BBAA-00E62928AD42}" srcId="{5CD00336-D518-4858-A982-BEF09110CAFB}" destId="{0EE92B09-4AC2-4BB1-B6C5-224D1D23F4FD}" srcOrd="3" destOrd="0" parTransId="{82C43B3A-3748-4D22-9014-4190E61263BF}" sibTransId="{59F0A5AD-446F-4413-813C-A3096D249079}"/>
    <dgm:cxn modelId="{5284D611-BAA7-4927-992E-5A7DA91160AD}" srcId="{5CD00336-D518-4858-A982-BEF09110CAFB}" destId="{16F956BA-EE05-431D-A865-61DDBB06B9FA}" srcOrd="2" destOrd="0" parTransId="{58B38A0D-F6AD-4676-A06C-2D08D955C017}" sibTransId="{F980752E-F562-4F8B-BF1F-843632048622}"/>
    <dgm:cxn modelId="{61DEE725-D064-4597-A297-4BF666CB0CF0}" type="presOf" srcId="{06791D17-A80A-4641-870B-E310D98FAF70}" destId="{FABC024A-5CC3-4391-850C-F9E8D20719BF}" srcOrd="0" destOrd="0" presId="urn:microsoft.com/office/officeart/2018/2/layout/IconLabelList"/>
    <dgm:cxn modelId="{5EBA9B40-B2E6-47E7-BEBB-F0A4C9CBAE75}" srcId="{5CD00336-D518-4858-A982-BEF09110CAFB}" destId="{1A30E12C-E047-4F00-AD4A-4D3D9D4B83DF}" srcOrd="1" destOrd="0" parTransId="{409C30B7-693F-4A2A-BEAD-A51EB1B33127}" sibTransId="{B10B57DD-DF83-4BBB-8111-ED1DBF9C8F2E}"/>
    <dgm:cxn modelId="{973C0E97-72EF-4949-AC39-D6B87BC8D61B}" srcId="{5CD00336-D518-4858-A982-BEF09110CAFB}" destId="{06791D17-A80A-4641-870B-E310D98FAF70}" srcOrd="0" destOrd="0" parTransId="{5EBCEAEE-BBFD-4D51-99E9-96A92D6DD269}" sibTransId="{A4DF9C9A-97E2-4AB6-BD97-B70B5110BB9B}"/>
    <dgm:cxn modelId="{4F761BC1-AA2E-4D04-A234-6363857A8E87}" type="presOf" srcId="{0EE92B09-4AC2-4BB1-B6C5-224D1D23F4FD}" destId="{EFBF01F4-441F-4075-BC28-EE1C618938BF}" srcOrd="0" destOrd="0" presId="urn:microsoft.com/office/officeart/2018/2/layout/IconLabelList"/>
    <dgm:cxn modelId="{6562F8C4-358A-459C-BDE6-924C63CA8CD2}" type="presOf" srcId="{5CD00336-D518-4858-A982-BEF09110CAFB}" destId="{7A1DE23C-8464-461A-8E56-4C4EE362390A}" srcOrd="0" destOrd="0" presId="urn:microsoft.com/office/officeart/2018/2/layout/IconLabelList"/>
    <dgm:cxn modelId="{789DA2F0-9FC1-4371-A1D8-B388B00842C7}" type="presOf" srcId="{16F956BA-EE05-431D-A865-61DDBB06B9FA}" destId="{B16F872A-4FAC-4F6C-B2F7-93D2B13E847F}" srcOrd="0" destOrd="0" presId="urn:microsoft.com/office/officeart/2018/2/layout/IconLabelList"/>
    <dgm:cxn modelId="{622A69FE-FDB1-47C7-934E-FE63C4A75D6D}" type="presOf" srcId="{1A30E12C-E047-4F00-AD4A-4D3D9D4B83DF}" destId="{467869D5-8812-4E13-A826-F841752163C2}" srcOrd="0" destOrd="0" presId="urn:microsoft.com/office/officeart/2018/2/layout/IconLabelList"/>
    <dgm:cxn modelId="{3F84F63E-D96E-40E1-81E0-1E937DAFE946}" type="presParOf" srcId="{7A1DE23C-8464-461A-8E56-4C4EE362390A}" destId="{B839EFB3-5BD7-4E6E-8DCA-FAA49EA681E3}" srcOrd="0" destOrd="0" presId="urn:microsoft.com/office/officeart/2018/2/layout/IconLabelList"/>
    <dgm:cxn modelId="{76CA869A-142E-4B64-BC28-68238313B445}" type="presParOf" srcId="{B839EFB3-5BD7-4E6E-8DCA-FAA49EA681E3}" destId="{8A56C77C-FF2D-4EDC-BAB9-7C892CE6EA42}" srcOrd="0" destOrd="0" presId="urn:microsoft.com/office/officeart/2018/2/layout/IconLabelList"/>
    <dgm:cxn modelId="{EFCDC674-0503-4881-BEA6-33A0161A0353}" type="presParOf" srcId="{B839EFB3-5BD7-4E6E-8DCA-FAA49EA681E3}" destId="{4F67D6AE-4246-49C6-9D1C-C52F44DD2F34}" srcOrd="1" destOrd="0" presId="urn:microsoft.com/office/officeart/2018/2/layout/IconLabelList"/>
    <dgm:cxn modelId="{7742B825-6BB8-4FFF-B11B-ED47A96876E6}" type="presParOf" srcId="{B839EFB3-5BD7-4E6E-8DCA-FAA49EA681E3}" destId="{FABC024A-5CC3-4391-850C-F9E8D20719BF}" srcOrd="2" destOrd="0" presId="urn:microsoft.com/office/officeart/2018/2/layout/IconLabelList"/>
    <dgm:cxn modelId="{1C0F8CB5-60A0-4899-8CA8-78B09A0CB86D}" type="presParOf" srcId="{7A1DE23C-8464-461A-8E56-4C4EE362390A}" destId="{A3FF6A70-684A-4C02-B973-AA6F6CC8324A}" srcOrd="1" destOrd="0" presId="urn:microsoft.com/office/officeart/2018/2/layout/IconLabelList"/>
    <dgm:cxn modelId="{A6453245-88AC-4316-ABED-85E1D6C0F8CA}" type="presParOf" srcId="{7A1DE23C-8464-461A-8E56-4C4EE362390A}" destId="{4E4F90DA-9A94-48EB-A85B-CBEFD1FC7948}" srcOrd="2" destOrd="0" presId="urn:microsoft.com/office/officeart/2018/2/layout/IconLabelList"/>
    <dgm:cxn modelId="{FB4D9EA0-14A8-4773-9278-2423F1E59F41}" type="presParOf" srcId="{4E4F90DA-9A94-48EB-A85B-CBEFD1FC7948}" destId="{C153FC58-22BC-49C7-A66C-94451A641A19}" srcOrd="0" destOrd="0" presId="urn:microsoft.com/office/officeart/2018/2/layout/IconLabelList"/>
    <dgm:cxn modelId="{D70DF2B5-85D9-4382-A187-F9DDA622A784}" type="presParOf" srcId="{4E4F90DA-9A94-48EB-A85B-CBEFD1FC7948}" destId="{0B9D3967-0635-47F6-9B86-55C4B76DA161}" srcOrd="1" destOrd="0" presId="urn:microsoft.com/office/officeart/2018/2/layout/IconLabelList"/>
    <dgm:cxn modelId="{40174044-D439-4212-87F1-FD1F7DB373CE}" type="presParOf" srcId="{4E4F90DA-9A94-48EB-A85B-CBEFD1FC7948}" destId="{467869D5-8812-4E13-A826-F841752163C2}" srcOrd="2" destOrd="0" presId="urn:microsoft.com/office/officeart/2018/2/layout/IconLabelList"/>
    <dgm:cxn modelId="{A30AB7E7-4C16-4AE2-B2AC-E1AC541527BD}" type="presParOf" srcId="{7A1DE23C-8464-461A-8E56-4C4EE362390A}" destId="{3093070F-9490-4172-A1B0-BD49CE3FA50A}" srcOrd="3" destOrd="0" presId="urn:microsoft.com/office/officeart/2018/2/layout/IconLabelList"/>
    <dgm:cxn modelId="{61C1E3C8-CC2B-498F-8A15-56C723388DAA}" type="presParOf" srcId="{7A1DE23C-8464-461A-8E56-4C4EE362390A}" destId="{433FFEE4-BD80-4339-BF83-B2535EE69878}" srcOrd="4" destOrd="0" presId="urn:microsoft.com/office/officeart/2018/2/layout/IconLabelList"/>
    <dgm:cxn modelId="{DBD2E240-769B-4CBD-B496-8BB48D7A4D72}" type="presParOf" srcId="{433FFEE4-BD80-4339-BF83-B2535EE69878}" destId="{A83AF8FF-8EAF-434B-AE8A-A4B8ADA56C73}" srcOrd="0" destOrd="0" presId="urn:microsoft.com/office/officeart/2018/2/layout/IconLabelList"/>
    <dgm:cxn modelId="{175F9B41-B083-4C22-8EED-E480EFB79592}" type="presParOf" srcId="{433FFEE4-BD80-4339-BF83-B2535EE69878}" destId="{CF2D5BD6-3006-4E76-9BF5-12AF357C388F}" srcOrd="1" destOrd="0" presId="urn:microsoft.com/office/officeart/2018/2/layout/IconLabelList"/>
    <dgm:cxn modelId="{ED04EF39-EB22-4F79-9EFD-BC577DDFE1CE}" type="presParOf" srcId="{433FFEE4-BD80-4339-BF83-B2535EE69878}" destId="{B16F872A-4FAC-4F6C-B2F7-93D2B13E847F}" srcOrd="2" destOrd="0" presId="urn:microsoft.com/office/officeart/2018/2/layout/IconLabelList"/>
    <dgm:cxn modelId="{8B9C851B-CD87-4BB1-B887-BCF842FB80E6}" type="presParOf" srcId="{7A1DE23C-8464-461A-8E56-4C4EE362390A}" destId="{5E702B76-F7A0-42A1-B801-BC7AE3EA76D8}" srcOrd="5" destOrd="0" presId="urn:microsoft.com/office/officeart/2018/2/layout/IconLabelList"/>
    <dgm:cxn modelId="{89F67F9C-52B1-4F6C-B064-622DDE0D6A81}" type="presParOf" srcId="{7A1DE23C-8464-461A-8E56-4C4EE362390A}" destId="{0E0A5A42-A71E-4A3E-80EB-CCEDC084814C}" srcOrd="6" destOrd="0" presId="urn:microsoft.com/office/officeart/2018/2/layout/IconLabelList"/>
    <dgm:cxn modelId="{1E620CBA-D3C4-4FF9-B93B-BB893C6F0E0F}" type="presParOf" srcId="{0E0A5A42-A71E-4A3E-80EB-CCEDC084814C}" destId="{5C77E3E5-BFF0-4651-B4CC-8CC476DA2C3D}" srcOrd="0" destOrd="0" presId="urn:microsoft.com/office/officeart/2018/2/layout/IconLabelList"/>
    <dgm:cxn modelId="{E4C578C1-0ED9-4D5C-B17F-4A427A1A8F2C}" type="presParOf" srcId="{0E0A5A42-A71E-4A3E-80EB-CCEDC084814C}" destId="{83C77176-3EC7-4AEE-B390-9D429E011278}" srcOrd="1" destOrd="0" presId="urn:microsoft.com/office/officeart/2018/2/layout/IconLabelList"/>
    <dgm:cxn modelId="{B08168D4-2C75-462C-8B4D-12C4EE049AAC}" type="presParOf" srcId="{0E0A5A42-A71E-4A3E-80EB-CCEDC084814C}" destId="{EFBF01F4-441F-4075-BC28-EE1C618938B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550272-E54C-44DC-9733-076698B6829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34E29E0-5C36-433B-AECE-6E8BE2D5D1AE}">
      <dgm:prSet phldrT="[Текст]" phldr="0"/>
      <dgm:spPr/>
      <dgm:t>
        <a:bodyPr/>
        <a:lstStyle/>
        <a:p>
          <a:r>
            <a:rPr lang="ru-RU" b="1" dirty="0"/>
            <a:t>Дополнительный анализ</a:t>
          </a:r>
        </a:p>
      </dgm:t>
    </dgm:pt>
    <dgm:pt modelId="{7D603DC8-8FE8-490C-923B-59713A84975E}" type="parTrans" cxnId="{B95B4D54-14EB-4339-A320-2B3B8BE21F18}">
      <dgm:prSet/>
      <dgm:spPr/>
      <dgm:t>
        <a:bodyPr/>
        <a:lstStyle/>
        <a:p>
          <a:endParaRPr lang="ru-RU"/>
        </a:p>
      </dgm:t>
    </dgm:pt>
    <dgm:pt modelId="{9A2A0E7A-1640-49BF-BF99-E4B46B632615}" type="sibTrans" cxnId="{B95B4D54-14EB-4339-A320-2B3B8BE21F18}">
      <dgm:prSet/>
      <dgm:spPr/>
      <dgm:t>
        <a:bodyPr/>
        <a:lstStyle/>
        <a:p>
          <a:endParaRPr lang="ru-RU"/>
        </a:p>
      </dgm:t>
    </dgm:pt>
    <dgm:pt modelId="{760D94B3-3F39-4A1C-8138-6A6A187EEE90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Когортный анализ в динамике</a:t>
          </a:r>
          <a:endParaRPr lang="ru-RU" sz="1200" b="0" dirty="0"/>
        </a:p>
      </dgm:t>
    </dgm:pt>
    <dgm:pt modelId="{FD2E1BAF-F78A-4EB6-A284-FBE68E9A3826}" type="parTrans" cxnId="{208C71F5-9FB4-4BE4-87BF-986E88D2A333}">
      <dgm:prSet/>
      <dgm:spPr/>
      <dgm:t>
        <a:bodyPr/>
        <a:lstStyle/>
        <a:p>
          <a:endParaRPr lang="ru-RU"/>
        </a:p>
      </dgm:t>
    </dgm:pt>
    <dgm:pt modelId="{8E3033E8-0E8A-4059-84AF-053C291CBD3A}" type="sibTrans" cxnId="{208C71F5-9FB4-4BE4-87BF-986E88D2A333}">
      <dgm:prSet/>
      <dgm:spPr/>
      <dgm:t>
        <a:bodyPr/>
        <a:lstStyle/>
        <a:p>
          <a:endParaRPr lang="ru-RU"/>
        </a:p>
      </dgm:t>
    </dgm:pt>
    <dgm:pt modelId="{EC31F4B2-0546-48B4-873C-41C0F2C60535}">
      <dgm:prSet phldrT="[Текст]"/>
      <dgm:spPr/>
      <dgm:t>
        <a:bodyPr/>
        <a:lstStyle/>
        <a:p>
          <a:pPr>
            <a:buNone/>
          </a:pPr>
          <a:r>
            <a:rPr lang="ru-RU" b="1" dirty="0"/>
            <a:t>Корректировка механик удержания</a:t>
          </a:r>
          <a:endParaRPr lang="ru-RU" dirty="0"/>
        </a:p>
      </dgm:t>
    </dgm:pt>
    <dgm:pt modelId="{91C7D6CB-F254-42D5-BE61-6027A8E7503A}" type="parTrans" cxnId="{F76FBB9F-7834-4C6F-94CC-4FB96D01F5E3}">
      <dgm:prSet/>
      <dgm:spPr/>
      <dgm:t>
        <a:bodyPr/>
        <a:lstStyle/>
        <a:p>
          <a:endParaRPr lang="ru-RU"/>
        </a:p>
      </dgm:t>
    </dgm:pt>
    <dgm:pt modelId="{81C73BFD-6E21-4430-A309-2490E245E6D1}" type="sibTrans" cxnId="{F76FBB9F-7834-4C6F-94CC-4FB96D01F5E3}">
      <dgm:prSet/>
      <dgm:spPr/>
      <dgm:t>
        <a:bodyPr/>
        <a:lstStyle/>
        <a:p>
          <a:endParaRPr lang="ru-RU"/>
        </a:p>
      </dgm:t>
    </dgm:pt>
    <dgm:pt modelId="{B2F8831E-45EC-4311-A3BB-39961C9EC40D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Вернуть фокус на регулярный геймплей</a:t>
          </a:r>
          <a:endParaRPr lang="ru-RU" sz="1200" b="0" dirty="0"/>
        </a:p>
      </dgm:t>
    </dgm:pt>
    <dgm:pt modelId="{ED8B6304-B110-4E8D-A365-C66218FA296C}" type="parTrans" cxnId="{F6EB3337-CBA7-4358-8019-8D7F295CB2F9}">
      <dgm:prSet/>
      <dgm:spPr/>
      <dgm:t>
        <a:bodyPr/>
        <a:lstStyle/>
        <a:p>
          <a:endParaRPr lang="ru-RU"/>
        </a:p>
      </dgm:t>
    </dgm:pt>
    <dgm:pt modelId="{66E03CB6-625A-40AA-AA00-0EB2EF1FAC0D}" type="sibTrans" cxnId="{F6EB3337-CBA7-4358-8019-8D7F295CB2F9}">
      <dgm:prSet/>
      <dgm:spPr/>
      <dgm:t>
        <a:bodyPr/>
        <a:lstStyle/>
        <a:p>
          <a:endParaRPr lang="ru-RU"/>
        </a:p>
      </dgm:t>
    </dgm:pt>
    <dgm:pt modelId="{9319CD1A-E95D-4730-A101-E7F2378D946C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Персонализировать коммуникацию</a:t>
          </a:r>
          <a:endParaRPr lang="ru-RU" sz="1200" b="0" dirty="0"/>
        </a:p>
      </dgm:t>
    </dgm:pt>
    <dgm:pt modelId="{A58B88D6-16E0-4E1C-B55A-F2F4833F4EDD}" type="parTrans" cxnId="{A20590A9-7863-42CD-971A-55AD7990C9BB}">
      <dgm:prSet/>
      <dgm:spPr/>
      <dgm:t>
        <a:bodyPr/>
        <a:lstStyle/>
        <a:p>
          <a:endParaRPr lang="ru-RU"/>
        </a:p>
      </dgm:t>
    </dgm:pt>
    <dgm:pt modelId="{AF6C4885-EFCA-4574-A557-20C6759E5CCF}" type="sibTrans" cxnId="{A20590A9-7863-42CD-971A-55AD7990C9BB}">
      <dgm:prSet/>
      <dgm:spPr/>
      <dgm:t>
        <a:bodyPr/>
        <a:lstStyle/>
        <a:p>
          <a:endParaRPr lang="ru-RU"/>
        </a:p>
      </dgm:t>
    </dgm:pt>
    <dgm:pt modelId="{1A5FA899-F5A8-4C00-B5C9-F097408059FC}">
      <dgm:prSet phldrT="[Текст]"/>
      <dgm:spPr/>
      <dgm:t>
        <a:bodyPr/>
        <a:lstStyle/>
        <a:p>
          <a:pPr>
            <a:buNone/>
          </a:pPr>
          <a:r>
            <a:rPr lang="ru-RU" b="1" dirty="0"/>
            <a:t>Работа с маркетингом</a:t>
          </a:r>
          <a:endParaRPr lang="ru-RU" dirty="0"/>
        </a:p>
      </dgm:t>
    </dgm:pt>
    <dgm:pt modelId="{CA8485A0-79FB-4CAC-9E71-225A1CDDFDF4}" type="parTrans" cxnId="{428C3C17-129B-4C08-AE20-64E050FFD388}">
      <dgm:prSet/>
      <dgm:spPr/>
      <dgm:t>
        <a:bodyPr/>
        <a:lstStyle/>
        <a:p>
          <a:endParaRPr lang="ru-RU"/>
        </a:p>
      </dgm:t>
    </dgm:pt>
    <dgm:pt modelId="{BE6812DB-6E0C-4369-A94E-1B2DDA2CDB57}" type="sibTrans" cxnId="{428C3C17-129B-4C08-AE20-64E050FFD388}">
      <dgm:prSet/>
      <dgm:spPr/>
      <dgm:t>
        <a:bodyPr/>
        <a:lstStyle/>
        <a:p>
          <a:endParaRPr lang="ru-RU"/>
        </a:p>
      </dgm:t>
    </dgm:pt>
    <dgm:pt modelId="{BFE2B836-7F54-4F42-ABF9-0822100D67EB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Провести тестирование нескольких гипотез</a:t>
          </a:r>
          <a:endParaRPr lang="ru-RU" sz="1200" b="0" dirty="0"/>
        </a:p>
      </dgm:t>
    </dgm:pt>
    <dgm:pt modelId="{387BC6EF-4947-4A71-A060-20290A4F05FE}" type="parTrans" cxnId="{CD0A2DA8-83B4-4CAD-915A-C2DF2D753F51}">
      <dgm:prSet/>
      <dgm:spPr/>
      <dgm:t>
        <a:bodyPr/>
        <a:lstStyle/>
        <a:p>
          <a:endParaRPr lang="ru-RU"/>
        </a:p>
      </dgm:t>
    </dgm:pt>
    <dgm:pt modelId="{B28D5B56-4FB1-4890-8928-B03E58C17077}" type="sibTrans" cxnId="{CD0A2DA8-83B4-4CAD-915A-C2DF2D753F51}">
      <dgm:prSet/>
      <dgm:spPr/>
      <dgm:t>
        <a:bodyPr/>
        <a:lstStyle/>
        <a:p>
          <a:endParaRPr lang="ru-RU"/>
        </a:p>
      </dgm:t>
    </dgm:pt>
    <dgm:pt modelId="{687994DD-2764-45BA-AFE4-EBE7C58B1101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Добавить «крючки» для возврата</a:t>
          </a:r>
          <a:endParaRPr lang="ru-RU" sz="1200" b="0" dirty="0"/>
        </a:p>
      </dgm:t>
    </dgm:pt>
    <dgm:pt modelId="{8992BE6B-5D49-4EB1-9BEA-BDDE22FD884A}" type="parTrans" cxnId="{0D0CC95A-B81A-4FC6-A832-0024243CC4FD}">
      <dgm:prSet/>
      <dgm:spPr/>
      <dgm:t>
        <a:bodyPr/>
        <a:lstStyle/>
        <a:p>
          <a:endParaRPr lang="ru-RU"/>
        </a:p>
      </dgm:t>
    </dgm:pt>
    <dgm:pt modelId="{DBA0E96A-97C2-40D6-AB82-A9D5AD641C44}" type="sibTrans" cxnId="{0D0CC95A-B81A-4FC6-A832-0024243CC4FD}">
      <dgm:prSet/>
      <dgm:spPr/>
      <dgm:t>
        <a:bodyPr/>
        <a:lstStyle/>
        <a:p>
          <a:endParaRPr lang="ru-RU"/>
        </a:p>
      </dgm:t>
    </dgm:pt>
    <dgm:pt modelId="{52EC85BB-B912-4EE4-9949-8F6367D5EB24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Изучить метрики оттока. (Churn Rate) и выделить сегменты</a:t>
          </a:r>
          <a:endParaRPr lang="ru-RU" sz="1200" b="0" dirty="0"/>
        </a:p>
      </dgm:t>
    </dgm:pt>
    <dgm:pt modelId="{0CB046D6-A9E6-4979-B24E-852E0FC919F1}" type="parTrans" cxnId="{9C611B09-FCD1-47FB-B229-DA8A3C208E21}">
      <dgm:prSet/>
      <dgm:spPr/>
      <dgm:t>
        <a:bodyPr/>
        <a:lstStyle/>
        <a:p>
          <a:endParaRPr lang="ru-RU"/>
        </a:p>
      </dgm:t>
    </dgm:pt>
    <dgm:pt modelId="{55467A87-0062-4C52-B4D6-E01D2114DAD1}" type="sibTrans" cxnId="{9C611B09-FCD1-47FB-B229-DA8A3C208E21}">
      <dgm:prSet/>
      <dgm:spPr/>
      <dgm:t>
        <a:bodyPr/>
        <a:lstStyle/>
        <a:p>
          <a:endParaRPr lang="ru-RU"/>
        </a:p>
      </dgm:t>
    </dgm:pt>
    <dgm:pt modelId="{A02611D9-B9A7-4EB2-B9EB-4E6B68C9F800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Собрать обратную связь.</a:t>
          </a:r>
          <a:endParaRPr lang="ru-RU" sz="1200" b="0" dirty="0"/>
        </a:p>
      </dgm:t>
    </dgm:pt>
    <dgm:pt modelId="{F43136B3-35D3-4809-8B1C-0E0B92B597F3}" type="parTrans" cxnId="{FD6B41AD-88E0-4D74-AC3C-31E62C66AE96}">
      <dgm:prSet/>
      <dgm:spPr/>
      <dgm:t>
        <a:bodyPr/>
        <a:lstStyle/>
        <a:p>
          <a:endParaRPr lang="ru-RU"/>
        </a:p>
      </dgm:t>
    </dgm:pt>
    <dgm:pt modelId="{AD8F7DBA-7C7B-45CB-A398-BD6BD91C44A4}" type="sibTrans" cxnId="{FD6B41AD-88E0-4D74-AC3C-31E62C66AE96}">
      <dgm:prSet/>
      <dgm:spPr/>
      <dgm:t>
        <a:bodyPr/>
        <a:lstStyle/>
        <a:p>
          <a:endParaRPr lang="ru-RU"/>
        </a:p>
      </dgm:t>
    </dgm:pt>
    <dgm:pt modelId="{68464CBB-6B22-40BE-9A1A-A22A0A1775B4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Обновлять контент</a:t>
          </a:r>
          <a:endParaRPr lang="ru-RU" sz="1200" b="0" dirty="0"/>
        </a:p>
      </dgm:t>
    </dgm:pt>
    <dgm:pt modelId="{C8732E10-E49D-437E-BC22-F923299C942C}" type="parTrans" cxnId="{0B4A0547-B332-48E4-87E0-9DAFB19D6AB4}">
      <dgm:prSet/>
      <dgm:spPr/>
      <dgm:t>
        <a:bodyPr/>
        <a:lstStyle/>
        <a:p>
          <a:endParaRPr lang="ru-RU"/>
        </a:p>
      </dgm:t>
    </dgm:pt>
    <dgm:pt modelId="{9919CDA4-0739-4724-8EFA-19C7462D3892}" type="sibTrans" cxnId="{0B4A0547-B332-48E4-87E0-9DAFB19D6AB4}">
      <dgm:prSet/>
      <dgm:spPr/>
      <dgm:t>
        <a:bodyPr/>
        <a:lstStyle/>
        <a:p>
          <a:endParaRPr lang="ru-RU"/>
        </a:p>
      </dgm:t>
    </dgm:pt>
    <dgm:pt modelId="{21568F7D-04D4-429D-9542-4BE822DCDB9E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Развивать сообщество</a:t>
          </a:r>
          <a:endParaRPr lang="ru-RU" sz="1200" b="0" dirty="0"/>
        </a:p>
      </dgm:t>
    </dgm:pt>
    <dgm:pt modelId="{F57EC9E9-B03A-45C3-8A2F-15472F10C03C}" type="parTrans" cxnId="{82617E74-F05D-4F0F-A390-7BFB70DB47A8}">
      <dgm:prSet/>
      <dgm:spPr/>
      <dgm:t>
        <a:bodyPr/>
        <a:lstStyle/>
        <a:p>
          <a:endParaRPr lang="ru-RU"/>
        </a:p>
      </dgm:t>
    </dgm:pt>
    <dgm:pt modelId="{310B688E-4FC2-4643-9090-F03E11DE7CAF}" type="sibTrans" cxnId="{82617E74-F05D-4F0F-A390-7BFB70DB47A8}">
      <dgm:prSet/>
      <dgm:spPr/>
      <dgm:t>
        <a:bodyPr/>
        <a:lstStyle/>
        <a:p>
          <a:endParaRPr lang="ru-RU"/>
        </a:p>
      </dgm:t>
    </dgm:pt>
    <dgm:pt modelId="{D7FD1388-F8FB-44CD-AAB5-11E133850AE7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Следить за балансом монетизации</a:t>
          </a:r>
          <a:endParaRPr lang="ru-RU" sz="1200" b="0" dirty="0"/>
        </a:p>
      </dgm:t>
    </dgm:pt>
    <dgm:pt modelId="{A4A1BD16-7F7F-43CE-BF29-9B7BEB484D8D}" type="parTrans" cxnId="{DBF12DFB-221B-45E1-A263-969A221BD718}">
      <dgm:prSet/>
      <dgm:spPr/>
      <dgm:t>
        <a:bodyPr/>
        <a:lstStyle/>
        <a:p>
          <a:endParaRPr lang="ru-RU"/>
        </a:p>
      </dgm:t>
    </dgm:pt>
    <dgm:pt modelId="{7FE81830-2700-4E8E-AB47-937B0BFE4C3B}" type="sibTrans" cxnId="{DBF12DFB-221B-45E1-A263-969A221BD718}">
      <dgm:prSet/>
      <dgm:spPr/>
      <dgm:t>
        <a:bodyPr/>
        <a:lstStyle/>
        <a:p>
          <a:endParaRPr lang="ru-RU"/>
        </a:p>
      </dgm:t>
    </dgm:pt>
    <dgm:pt modelId="{88F0A58D-AE02-453C-8E6E-198287E409F4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ru-RU" sz="1200" b="0" dirty="0"/>
        </a:p>
      </dgm:t>
    </dgm:pt>
    <dgm:pt modelId="{36932654-2CCD-475A-8F4C-948FCDB02590}" type="parTrans" cxnId="{018D8115-12D7-4809-8DAD-EDBBA87F8D5C}">
      <dgm:prSet/>
      <dgm:spPr/>
      <dgm:t>
        <a:bodyPr/>
        <a:lstStyle/>
        <a:p>
          <a:endParaRPr lang="ru-RU"/>
        </a:p>
      </dgm:t>
    </dgm:pt>
    <dgm:pt modelId="{ADEB2433-88A5-4931-B511-7820ACC2C719}" type="sibTrans" cxnId="{018D8115-12D7-4809-8DAD-EDBBA87F8D5C}">
      <dgm:prSet/>
      <dgm:spPr/>
      <dgm:t>
        <a:bodyPr/>
        <a:lstStyle/>
        <a:p>
          <a:endParaRPr lang="ru-RU"/>
        </a:p>
      </dgm:t>
    </dgm:pt>
    <dgm:pt modelId="{C265F010-D6D6-4BBE-BC8E-3383F12016ED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1200" b="0" i="0" dirty="0"/>
            <a:t>Попробовать другие триггеры: тематический ивент, коллаборацию, тематический скин или сюжетную арку</a:t>
          </a:r>
          <a:endParaRPr lang="ru-RU" sz="1200" b="0" dirty="0"/>
        </a:p>
      </dgm:t>
    </dgm:pt>
    <dgm:pt modelId="{3B095E1C-ED20-49D3-8378-93C189C7D3DD}" type="parTrans" cxnId="{87011CF7-C431-45CE-819B-284A76FFE9BB}">
      <dgm:prSet/>
      <dgm:spPr/>
      <dgm:t>
        <a:bodyPr/>
        <a:lstStyle/>
        <a:p>
          <a:endParaRPr lang="ru-RU"/>
        </a:p>
      </dgm:t>
    </dgm:pt>
    <dgm:pt modelId="{69947234-EA20-473F-8A39-CC076B891C97}" type="sibTrans" cxnId="{87011CF7-C431-45CE-819B-284A76FFE9BB}">
      <dgm:prSet/>
      <dgm:spPr/>
      <dgm:t>
        <a:bodyPr/>
        <a:lstStyle/>
        <a:p>
          <a:endParaRPr lang="ru-RU"/>
        </a:p>
      </dgm:t>
    </dgm:pt>
    <dgm:pt modelId="{2A784666-7423-41FA-A0F4-232FB6FBA22C}" type="pres">
      <dgm:prSet presAssocID="{B8550272-E54C-44DC-9733-076698B6829E}" presName="Name0" presStyleCnt="0">
        <dgm:presLayoutVars>
          <dgm:dir/>
          <dgm:animLvl val="lvl"/>
          <dgm:resizeHandles val="exact"/>
        </dgm:presLayoutVars>
      </dgm:prSet>
      <dgm:spPr/>
    </dgm:pt>
    <dgm:pt modelId="{3C10F6F5-1C9F-42D5-AFD2-D71C1FD6D34D}" type="pres">
      <dgm:prSet presAssocID="{234E29E0-5C36-433B-AECE-6E8BE2D5D1AE}" presName="composite" presStyleCnt="0"/>
      <dgm:spPr/>
    </dgm:pt>
    <dgm:pt modelId="{E8A02BCC-AFE1-4C06-9C0E-1789961940CF}" type="pres">
      <dgm:prSet presAssocID="{234E29E0-5C36-433B-AECE-6E8BE2D5D1A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F0B20DC-2A0D-4D9E-9FA9-3940E3952174}" type="pres">
      <dgm:prSet presAssocID="{234E29E0-5C36-433B-AECE-6E8BE2D5D1AE}" presName="desTx" presStyleLbl="alignAccFollowNode1" presStyleIdx="0" presStyleCnt="3">
        <dgm:presLayoutVars>
          <dgm:bulletEnabled val="1"/>
        </dgm:presLayoutVars>
      </dgm:prSet>
      <dgm:spPr/>
    </dgm:pt>
    <dgm:pt modelId="{AAA9719C-B12E-46EA-87C2-D20EDA36FF3B}" type="pres">
      <dgm:prSet presAssocID="{9A2A0E7A-1640-49BF-BF99-E4B46B632615}" presName="space" presStyleCnt="0"/>
      <dgm:spPr/>
    </dgm:pt>
    <dgm:pt modelId="{914B29E5-9A2B-4D5F-84AF-5EAD9DDB97E9}" type="pres">
      <dgm:prSet presAssocID="{EC31F4B2-0546-48B4-873C-41C0F2C60535}" presName="composite" presStyleCnt="0"/>
      <dgm:spPr/>
    </dgm:pt>
    <dgm:pt modelId="{D3C6C35D-C355-4A65-9075-25D253769378}" type="pres">
      <dgm:prSet presAssocID="{EC31F4B2-0546-48B4-873C-41C0F2C6053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F4D2E02-2F40-4AE5-9472-955399277AE5}" type="pres">
      <dgm:prSet presAssocID="{EC31F4B2-0546-48B4-873C-41C0F2C60535}" presName="desTx" presStyleLbl="alignAccFollowNode1" presStyleIdx="1" presStyleCnt="3">
        <dgm:presLayoutVars>
          <dgm:bulletEnabled val="1"/>
        </dgm:presLayoutVars>
      </dgm:prSet>
      <dgm:spPr/>
    </dgm:pt>
    <dgm:pt modelId="{6C90D9D1-C763-4121-AC5B-0B44BB9C003A}" type="pres">
      <dgm:prSet presAssocID="{81C73BFD-6E21-4430-A309-2490E245E6D1}" presName="space" presStyleCnt="0"/>
      <dgm:spPr/>
    </dgm:pt>
    <dgm:pt modelId="{1CDBA99C-C719-471B-8FFB-C076C677D0E8}" type="pres">
      <dgm:prSet presAssocID="{1A5FA899-F5A8-4C00-B5C9-F097408059FC}" presName="composite" presStyleCnt="0"/>
      <dgm:spPr/>
    </dgm:pt>
    <dgm:pt modelId="{241FB91D-7279-4783-8215-ACB408FA8703}" type="pres">
      <dgm:prSet presAssocID="{1A5FA899-F5A8-4C00-B5C9-F097408059F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4C98B56-950B-4E41-B3CE-B81F1D6FCF9E}" type="pres">
      <dgm:prSet presAssocID="{1A5FA899-F5A8-4C00-B5C9-F097408059F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C611B09-FCD1-47FB-B229-DA8A3C208E21}" srcId="{234E29E0-5C36-433B-AECE-6E8BE2D5D1AE}" destId="{52EC85BB-B912-4EE4-9949-8F6367D5EB24}" srcOrd="1" destOrd="0" parTransId="{0CB046D6-A9E6-4979-B24E-852E0FC919F1}" sibTransId="{55467A87-0062-4C52-B4D6-E01D2114DAD1}"/>
    <dgm:cxn modelId="{287D9911-9907-4B67-837F-5FBB1A86050E}" type="presOf" srcId="{C265F010-D6D6-4BBE-BC8E-3383F12016ED}" destId="{94C98B56-950B-4E41-B3CE-B81F1D6FCF9E}" srcOrd="0" destOrd="2" presId="urn:microsoft.com/office/officeart/2005/8/layout/hList1"/>
    <dgm:cxn modelId="{018D8115-12D7-4809-8DAD-EDBBA87F8D5C}" srcId="{1A5FA899-F5A8-4C00-B5C9-F097408059FC}" destId="{88F0A58D-AE02-453C-8E6E-198287E409F4}" srcOrd="3" destOrd="0" parTransId="{36932654-2CCD-475A-8F4C-948FCDB02590}" sibTransId="{ADEB2433-88A5-4931-B511-7820ACC2C719}"/>
    <dgm:cxn modelId="{428C3C17-129B-4C08-AE20-64E050FFD388}" srcId="{B8550272-E54C-44DC-9733-076698B6829E}" destId="{1A5FA899-F5A8-4C00-B5C9-F097408059FC}" srcOrd="2" destOrd="0" parTransId="{CA8485A0-79FB-4CAC-9E71-225A1CDDFDF4}" sibTransId="{BE6812DB-6E0C-4369-A94E-1B2DDA2CDB57}"/>
    <dgm:cxn modelId="{BE56981F-2EFA-4C2A-A21F-1B2D9C22D3FF}" type="presOf" srcId="{B8550272-E54C-44DC-9733-076698B6829E}" destId="{2A784666-7423-41FA-A0F4-232FB6FBA22C}" srcOrd="0" destOrd="0" presId="urn:microsoft.com/office/officeart/2005/8/layout/hList1"/>
    <dgm:cxn modelId="{21290127-AFFA-4DAE-BE91-771D5CD6D872}" type="presOf" srcId="{B2F8831E-45EC-4311-A3BB-39961C9EC40D}" destId="{FF4D2E02-2F40-4AE5-9472-955399277AE5}" srcOrd="0" destOrd="0" presId="urn:microsoft.com/office/officeart/2005/8/layout/hList1"/>
    <dgm:cxn modelId="{79E8672B-A0AC-4E44-AACC-EEA982571252}" type="presOf" srcId="{BFE2B836-7F54-4F42-ABF9-0822100D67EB}" destId="{94C98B56-950B-4E41-B3CE-B81F1D6FCF9E}" srcOrd="0" destOrd="0" presId="urn:microsoft.com/office/officeart/2005/8/layout/hList1"/>
    <dgm:cxn modelId="{9AD4002E-862D-4FFB-A371-7A0EC24E3FD2}" type="presOf" srcId="{1A5FA899-F5A8-4C00-B5C9-F097408059FC}" destId="{241FB91D-7279-4783-8215-ACB408FA8703}" srcOrd="0" destOrd="0" presId="urn:microsoft.com/office/officeart/2005/8/layout/hList1"/>
    <dgm:cxn modelId="{F6EB3337-CBA7-4358-8019-8D7F295CB2F9}" srcId="{EC31F4B2-0546-48B4-873C-41C0F2C60535}" destId="{B2F8831E-45EC-4311-A3BB-39961C9EC40D}" srcOrd="0" destOrd="0" parTransId="{ED8B6304-B110-4E8D-A365-C66218FA296C}" sibTransId="{66E03CB6-625A-40AA-AA00-0EB2EF1FAC0D}"/>
    <dgm:cxn modelId="{6559D95C-233B-40A1-B7EE-E43E5E0D0776}" type="presOf" srcId="{21568F7D-04D4-429D-9542-4BE822DCDB9E}" destId="{FF4D2E02-2F40-4AE5-9472-955399277AE5}" srcOrd="0" destOrd="4" presId="urn:microsoft.com/office/officeart/2005/8/layout/hList1"/>
    <dgm:cxn modelId="{37453442-48C7-47A3-B588-1CA19919825F}" type="presOf" srcId="{234E29E0-5C36-433B-AECE-6E8BE2D5D1AE}" destId="{E8A02BCC-AFE1-4C06-9C0E-1789961940CF}" srcOrd="0" destOrd="0" presId="urn:microsoft.com/office/officeart/2005/8/layout/hList1"/>
    <dgm:cxn modelId="{0B4A0547-B332-48E4-87E0-9DAFB19D6AB4}" srcId="{EC31F4B2-0546-48B4-873C-41C0F2C60535}" destId="{68464CBB-6B22-40BE-9A1A-A22A0A1775B4}" srcOrd="3" destOrd="0" parTransId="{C8732E10-E49D-437E-BC22-F923299C942C}" sibTransId="{9919CDA4-0739-4724-8EFA-19C7462D3892}"/>
    <dgm:cxn modelId="{EC367A67-829D-4F89-9452-FC0ED32B288B}" type="presOf" srcId="{68464CBB-6B22-40BE-9A1A-A22A0A1775B4}" destId="{FF4D2E02-2F40-4AE5-9472-955399277AE5}" srcOrd="0" destOrd="3" presId="urn:microsoft.com/office/officeart/2005/8/layout/hList1"/>
    <dgm:cxn modelId="{C78E734A-39E5-4FA6-85B8-886932F1641A}" type="presOf" srcId="{52EC85BB-B912-4EE4-9949-8F6367D5EB24}" destId="{8F0B20DC-2A0D-4D9E-9FA9-3940E3952174}" srcOrd="0" destOrd="1" presId="urn:microsoft.com/office/officeart/2005/8/layout/hList1"/>
    <dgm:cxn modelId="{6C809A4E-25AF-47AE-A95D-9FC8CCB65BF8}" type="presOf" srcId="{EC31F4B2-0546-48B4-873C-41C0F2C60535}" destId="{D3C6C35D-C355-4A65-9075-25D253769378}" srcOrd="0" destOrd="0" presId="urn:microsoft.com/office/officeart/2005/8/layout/hList1"/>
    <dgm:cxn modelId="{D3BD9052-A440-4E39-AB72-93C0764EE51E}" type="presOf" srcId="{88F0A58D-AE02-453C-8E6E-198287E409F4}" destId="{94C98B56-950B-4E41-B3CE-B81F1D6FCF9E}" srcOrd="0" destOrd="3" presId="urn:microsoft.com/office/officeart/2005/8/layout/hList1"/>
    <dgm:cxn modelId="{B95B4D54-14EB-4339-A320-2B3B8BE21F18}" srcId="{B8550272-E54C-44DC-9733-076698B6829E}" destId="{234E29E0-5C36-433B-AECE-6E8BE2D5D1AE}" srcOrd="0" destOrd="0" parTransId="{7D603DC8-8FE8-490C-923B-59713A84975E}" sibTransId="{9A2A0E7A-1640-49BF-BF99-E4B46B632615}"/>
    <dgm:cxn modelId="{82617E74-F05D-4F0F-A390-7BFB70DB47A8}" srcId="{EC31F4B2-0546-48B4-873C-41C0F2C60535}" destId="{21568F7D-04D4-429D-9542-4BE822DCDB9E}" srcOrd="4" destOrd="0" parTransId="{F57EC9E9-B03A-45C3-8A2F-15472F10C03C}" sibTransId="{310B688E-4FC2-4643-9090-F03E11DE7CAF}"/>
    <dgm:cxn modelId="{0D0CC95A-B81A-4FC6-A832-0024243CC4FD}" srcId="{EC31F4B2-0546-48B4-873C-41C0F2C60535}" destId="{687994DD-2764-45BA-AFE4-EBE7C58B1101}" srcOrd="2" destOrd="0" parTransId="{8992BE6B-5D49-4EB1-9BEA-BDDE22FD884A}" sibTransId="{DBA0E96A-97C2-40D6-AB82-A9D5AD641C44}"/>
    <dgm:cxn modelId="{FF90798A-F50E-4D54-9687-22DE56745A80}" type="presOf" srcId="{D7FD1388-F8FB-44CD-AAB5-11E133850AE7}" destId="{94C98B56-950B-4E41-B3CE-B81F1D6FCF9E}" srcOrd="0" destOrd="1" presId="urn:microsoft.com/office/officeart/2005/8/layout/hList1"/>
    <dgm:cxn modelId="{F76FBB9F-7834-4C6F-94CC-4FB96D01F5E3}" srcId="{B8550272-E54C-44DC-9733-076698B6829E}" destId="{EC31F4B2-0546-48B4-873C-41C0F2C60535}" srcOrd="1" destOrd="0" parTransId="{91C7D6CB-F254-42D5-BE61-6027A8E7503A}" sibTransId="{81C73BFD-6E21-4430-A309-2490E245E6D1}"/>
    <dgm:cxn modelId="{CC58DAA2-4074-422D-BA18-9B6590E80F78}" type="presOf" srcId="{A02611D9-B9A7-4EB2-B9EB-4E6B68C9F800}" destId="{8F0B20DC-2A0D-4D9E-9FA9-3940E3952174}" srcOrd="0" destOrd="2" presId="urn:microsoft.com/office/officeart/2005/8/layout/hList1"/>
    <dgm:cxn modelId="{CD0A2DA8-83B4-4CAD-915A-C2DF2D753F51}" srcId="{1A5FA899-F5A8-4C00-B5C9-F097408059FC}" destId="{BFE2B836-7F54-4F42-ABF9-0822100D67EB}" srcOrd="0" destOrd="0" parTransId="{387BC6EF-4947-4A71-A060-20290A4F05FE}" sibTransId="{B28D5B56-4FB1-4890-8928-B03E58C17077}"/>
    <dgm:cxn modelId="{A20590A9-7863-42CD-971A-55AD7990C9BB}" srcId="{EC31F4B2-0546-48B4-873C-41C0F2C60535}" destId="{9319CD1A-E95D-4730-A101-E7F2378D946C}" srcOrd="1" destOrd="0" parTransId="{A58B88D6-16E0-4E1C-B55A-F2F4833F4EDD}" sibTransId="{AF6C4885-EFCA-4574-A557-20C6759E5CCF}"/>
    <dgm:cxn modelId="{FD6B41AD-88E0-4D74-AC3C-31E62C66AE96}" srcId="{234E29E0-5C36-433B-AECE-6E8BE2D5D1AE}" destId="{A02611D9-B9A7-4EB2-B9EB-4E6B68C9F800}" srcOrd="2" destOrd="0" parTransId="{F43136B3-35D3-4809-8B1C-0E0B92B597F3}" sibTransId="{AD8F7DBA-7C7B-45CB-A398-BD6BD91C44A4}"/>
    <dgm:cxn modelId="{AF65AEB1-4149-4973-8AED-3A2805A909EF}" type="presOf" srcId="{687994DD-2764-45BA-AFE4-EBE7C58B1101}" destId="{FF4D2E02-2F40-4AE5-9472-955399277AE5}" srcOrd="0" destOrd="2" presId="urn:microsoft.com/office/officeart/2005/8/layout/hList1"/>
    <dgm:cxn modelId="{F85FAEB9-229D-426F-AEA8-9A4F3D6CBB1D}" type="presOf" srcId="{760D94B3-3F39-4A1C-8138-6A6A187EEE90}" destId="{8F0B20DC-2A0D-4D9E-9FA9-3940E3952174}" srcOrd="0" destOrd="0" presId="urn:microsoft.com/office/officeart/2005/8/layout/hList1"/>
    <dgm:cxn modelId="{D8E04AC3-10C8-440E-9A07-4BE9933325C6}" type="presOf" srcId="{9319CD1A-E95D-4730-A101-E7F2378D946C}" destId="{FF4D2E02-2F40-4AE5-9472-955399277AE5}" srcOrd="0" destOrd="1" presId="urn:microsoft.com/office/officeart/2005/8/layout/hList1"/>
    <dgm:cxn modelId="{208C71F5-9FB4-4BE4-87BF-986E88D2A333}" srcId="{234E29E0-5C36-433B-AECE-6E8BE2D5D1AE}" destId="{760D94B3-3F39-4A1C-8138-6A6A187EEE90}" srcOrd="0" destOrd="0" parTransId="{FD2E1BAF-F78A-4EB6-A284-FBE68E9A3826}" sibTransId="{8E3033E8-0E8A-4059-84AF-053C291CBD3A}"/>
    <dgm:cxn modelId="{87011CF7-C431-45CE-819B-284A76FFE9BB}" srcId="{1A5FA899-F5A8-4C00-B5C9-F097408059FC}" destId="{C265F010-D6D6-4BBE-BC8E-3383F12016ED}" srcOrd="2" destOrd="0" parTransId="{3B095E1C-ED20-49D3-8378-93C189C7D3DD}" sibTransId="{69947234-EA20-473F-8A39-CC076B891C97}"/>
    <dgm:cxn modelId="{DBF12DFB-221B-45E1-A263-969A221BD718}" srcId="{1A5FA899-F5A8-4C00-B5C9-F097408059FC}" destId="{D7FD1388-F8FB-44CD-AAB5-11E133850AE7}" srcOrd="1" destOrd="0" parTransId="{A4A1BD16-7F7F-43CE-BF29-9B7BEB484D8D}" sibTransId="{7FE81830-2700-4E8E-AB47-937B0BFE4C3B}"/>
    <dgm:cxn modelId="{13C1632F-85ED-475B-B353-4F8DB83D7F82}" type="presParOf" srcId="{2A784666-7423-41FA-A0F4-232FB6FBA22C}" destId="{3C10F6F5-1C9F-42D5-AFD2-D71C1FD6D34D}" srcOrd="0" destOrd="0" presId="urn:microsoft.com/office/officeart/2005/8/layout/hList1"/>
    <dgm:cxn modelId="{2434FF20-CC73-4369-A8EE-9D9B4890F77C}" type="presParOf" srcId="{3C10F6F5-1C9F-42D5-AFD2-D71C1FD6D34D}" destId="{E8A02BCC-AFE1-4C06-9C0E-1789961940CF}" srcOrd="0" destOrd="0" presId="urn:microsoft.com/office/officeart/2005/8/layout/hList1"/>
    <dgm:cxn modelId="{26CA0228-2094-464F-9804-8676A83B283E}" type="presParOf" srcId="{3C10F6F5-1C9F-42D5-AFD2-D71C1FD6D34D}" destId="{8F0B20DC-2A0D-4D9E-9FA9-3940E3952174}" srcOrd="1" destOrd="0" presId="urn:microsoft.com/office/officeart/2005/8/layout/hList1"/>
    <dgm:cxn modelId="{A7F4D405-465C-42CD-8248-1357B2BAD43F}" type="presParOf" srcId="{2A784666-7423-41FA-A0F4-232FB6FBA22C}" destId="{AAA9719C-B12E-46EA-87C2-D20EDA36FF3B}" srcOrd="1" destOrd="0" presId="urn:microsoft.com/office/officeart/2005/8/layout/hList1"/>
    <dgm:cxn modelId="{F200C991-A851-4BEB-A0A7-4928D52F94C4}" type="presParOf" srcId="{2A784666-7423-41FA-A0F4-232FB6FBA22C}" destId="{914B29E5-9A2B-4D5F-84AF-5EAD9DDB97E9}" srcOrd="2" destOrd="0" presId="urn:microsoft.com/office/officeart/2005/8/layout/hList1"/>
    <dgm:cxn modelId="{A426BC7B-A43D-4B7D-B7D7-688040075C42}" type="presParOf" srcId="{914B29E5-9A2B-4D5F-84AF-5EAD9DDB97E9}" destId="{D3C6C35D-C355-4A65-9075-25D253769378}" srcOrd="0" destOrd="0" presId="urn:microsoft.com/office/officeart/2005/8/layout/hList1"/>
    <dgm:cxn modelId="{9692692B-E7CF-4314-BBD6-D4E27DDE1A6B}" type="presParOf" srcId="{914B29E5-9A2B-4D5F-84AF-5EAD9DDB97E9}" destId="{FF4D2E02-2F40-4AE5-9472-955399277AE5}" srcOrd="1" destOrd="0" presId="urn:microsoft.com/office/officeart/2005/8/layout/hList1"/>
    <dgm:cxn modelId="{F3242B46-A708-4AB6-86BB-9853C2DE522E}" type="presParOf" srcId="{2A784666-7423-41FA-A0F4-232FB6FBA22C}" destId="{6C90D9D1-C763-4121-AC5B-0B44BB9C003A}" srcOrd="3" destOrd="0" presId="urn:microsoft.com/office/officeart/2005/8/layout/hList1"/>
    <dgm:cxn modelId="{B6DD1898-E6DA-49ED-96F9-8692A188383D}" type="presParOf" srcId="{2A784666-7423-41FA-A0F4-232FB6FBA22C}" destId="{1CDBA99C-C719-471B-8FFB-C076C677D0E8}" srcOrd="4" destOrd="0" presId="urn:microsoft.com/office/officeart/2005/8/layout/hList1"/>
    <dgm:cxn modelId="{4D47257E-EF76-4FF1-8A63-1DB965F4B184}" type="presParOf" srcId="{1CDBA99C-C719-471B-8FFB-C076C677D0E8}" destId="{241FB91D-7279-4783-8215-ACB408FA8703}" srcOrd="0" destOrd="0" presId="urn:microsoft.com/office/officeart/2005/8/layout/hList1"/>
    <dgm:cxn modelId="{74D4AE65-2C83-4C56-9626-C9B400067F65}" type="presParOf" srcId="{1CDBA99C-C719-471B-8FFB-C076C677D0E8}" destId="{94C98B56-950B-4E41-B3CE-B81F1D6FCF9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7B3D83-74A7-4014-843C-257431933EBD}" type="doc">
      <dgm:prSet loTypeId="urn:microsoft.com/office/officeart/2005/8/layout/hierarchy1" loCatId="hierarchy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ru-RU"/>
        </a:p>
      </dgm:t>
    </dgm:pt>
    <dgm:pt modelId="{56804EDE-21D8-46AE-BDA5-4EBFC209FAFE}">
      <dgm:prSet phldrT="[Текст]"/>
      <dgm:spPr/>
      <dgm:t>
        <a:bodyPr/>
        <a:lstStyle/>
        <a:p>
          <a:r>
            <a:rPr lang="ru-RU" b="1" dirty="0">
              <a:solidFill>
                <a:srgbClr val="00B050"/>
              </a:solidFill>
            </a:rPr>
            <a:t>3,37</a:t>
          </a:r>
          <a:r>
            <a:rPr lang="ru-RU" b="1" dirty="0"/>
            <a:t> </a:t>
          </a:r>
          <a:r>
            <a:rPr lang="ru-RU" b="0" dirty="0"/>
            <a:t>во время внедрения</a:t>
          </a:r>
          <a:r>
            <a:rPr lang="ru-RU" dirty="0"/>
            <a:t> </a:t>
          </a:r>
        </a:p>
      </dgm:t>
    </dgm:pt>
    <dgm:pt modelId="{ECB24840-6FAB-4AEF-9F8B-984B424F8616}" type="parTrans" cxnId="{4FDEDE63-5FDE-4879-AE41-2AADF85E40F7}">
      <dgm:prSet/>
      <dgm:spPr/>
      <dgm:t>
        <a:bodyPr/>
        <a:lstStyle/>
        <a:p>
          <a:endParaRPr lang="ru-RU"/>
        </a:p>
      </dgm:t>
    </dgm:pt>
    <dgm:pt modelId="{01D72D23-1BC2-444D-AF95-3021DC8694D2}" type="sibTrans" cxnId="{4FDEDE63-5FDE-4879-AE41-2AADF85E40F7}">
      <dgm:prSet/>
      <dgm:spPr/>
      <dgm:t>
        <a:bodyPr/>
        <a:lstStyle/>
        <a:p>
          <a:endParaRPr lang="ru-RU"/>
        </a:p>
      </dgm:t>
    </dgm:pt>
    <dgm:pt modelId="{801955F4-9A2A-4EC6-B48F-1F7668BB1820}">
      <dgm:prSet phldrT="[Текст]"/>
      <dgm:spPr/>
      <dgm:t>
        <a:bodyPr/>
        <a:lstStyle/>
        <a:p>
          <a:r>
            <a:rPr lang="ru-RU" b="1" dirty="0">
              <a:solidFill>
                <a:srgbClr val="FF0000"/>
              </a:solidFill>
            </a:rPr>
            <a:t>2,57</a:t>
          </a:r>
          <a:r>
            <a:rPr lang="ru-RU" b="1" dirty="0"/>
            <a:t> </a:t>
          </a:r>
          <a:r>
            <a:rPr lang="ru-RU" b="0" dirty="0"/>
            <a:t>остальное время</a:t>
          </a:r>
        </a:p>
      </dgm:t>
    </dgm:pt>
    <dgm:pt modelId="{80B8DB2B-2CC7-4AF9-A986-1C6737E5B222}" type="parTrans" cxnId="{C10552EF-A9EC-4CDA-9D04-929A8781E029}">
      <dgm:prSet/>
      <dgm:spPr/>
      <dgm:t>
        <a:bodyPr/>
        <a:lstStyle/>
        <a:p>
          <a:endParaRPr lang="ru-RU"/>
        </a:p>
      </dgm:t>
    </dgm:pt>
    <dgm:pt modelId="{78B62AD6-D84A-47A1-8FE9-8D01F72F8113}" type="sibTrans" cxnId="{C10552EF-A9EC-4CDA-9D04-929A8781E029}">
      <dgm:prSet/>
      <dgm:spPr/>
      <dgm:t>
        <a:bodyPr/>
        <a:lstStyle/>
        <a:p>
          <a:endParaRPr lang="ru-RU"/>
        </a:p>
      </dgm:t>
    </dgm:pt>
    <dgm:pt modelId="{9B0D0D85-3EAE-4917-8DFC-0407A1CA0E72}" type="pres">
      <dgm:prSet presAssocID="{FA7B3D83-74A7-4014-843C-257431933E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BFB9BF0-954A-4CEF-88B3-A560E2F65203}" type="pres">
      <dgm:prSet presAssocID="{56804EDE-21D8-46AE-BDA5-4EBFC209FAFE}" presName="hierRoot1" presStyleCnt="0"/>
      <dgm:spPr/>
    </dgm:pt>
    <dgm:pt modelId="{0BDEBC88-B1A6-4D7A-B337-84141C94ECA9}" type="pres">
      <dgm:prSet presAssocID="{56804EDE-21D8-46AE-BDA5-4EBFC209FAFE}" presName="composite" presStyleCnt="0"/>
      <dgm:spPr/>
    </dgm:pt>
    <dgm:pt modelId="{FA42ACFD-F672-441B-A28A-4FF9CE69778F}" type="pres">
      <dgm:prSet presAssocID="{56804EDE-21D8-46AE-BDA5-4EBFC209FAFE}" presName="background" presStyleLbl="node0" presStyleIdx="0" presStyleCnt="2"/>
      <dgm:spPr/>
    </dgm:pt>
    <dgm:pt modelId="{472B5EA8-758F-4277-97C5-427D4784DA89}" type="pres">
      <dgm:prSet presAssocID="{56804EDE-21D8-46AE-BDA5-4EBFC209FAFE}" presName="text" presStyleLbl="fgAcc0" presStyleIdx="0" presStyleCnt="2">
        <dgm:presLayoutVars>
          <dgm:chPref val="3"/>
        </dgm:presLayoutVars>
      </dgm:prSet>
      <dgm:spPr/>
    </dgm:pt>
    <dgm:pt modelId="{BB92D872-F35C-49D4-8C69-B4608FD59AED}" type="pres">
      <dgm:prSet presAssocID="{56804EDE-21D8-46AE-BDA5-4EBFC209FAFE}" presName="hierChild2" presStyleCnt="0"/>
      <dgm:spPr/>
    </dgm:pt>
    <dgm:pt modelId="{5C011BB4-B44E-4194-ADE2-F79D15DE3D1A}" type="pres">
      <dgm:prSet presAssocID="{801955F4-9A2A-4EC6-B48F-1F7668BB1820}" presName="hierRoot1" presStyleCnt="0"/>
      <dgm:spPr/>
    </dgm:pt>
    <dgm:pt modelId="{F505FD81-D72B-4525-B5F4-0859C5B51D21}" type="pres">
      <dgm:prSet presAssocID="{801955F4-9A2A-4EC6-B48F-1F7668BB1820}" presName="composite" presStyleCnt="0"/>
      <dgm:spPr/>
    </dgm:pt>
    <dgm:pt modelId="{DB4B53A1-FA9E-403D-A931-94AC62F8BFD6}" type="pres">
      <dgm:prSet presAssocID="{801955F4-9A2A-4EC6-B48F-1F7668BB1820}" presName="background" presStyleLbl="node0" presStyleIdx="1" presStyleCnt="2"/>
      <dgm:spPr/>
    </dgm:pt>
    <dgm:pt modelId="{757A5E8B-C13E-4A1C-9D4D-03871F729B96}" type="pres">
      <dgm:prSet presAssocID="{801955F4-9A2A-4EC6-B48F-1F7668BB1820}" presName="text" presStyleLbl="fgAcc0" presStyleIdx="1" presStyleCnt="2">
        <dgm:presLayoutVars>
          <dgm:chPref val="3"/>
        </dgm:presLayoutVars>
      </dgm:prSet>
      <dgm:spPr/>
    </dgm:pt>
    <dgm:pt modelId="{2302822C-3C15-462E-8F52-CB02E22724A6}" type="pres">
      <dgm:prSet presAssocID="{801955F4-9A2A-4EC6-B48F-1F7668BB1820}" presName="hierChild2" presStyleCnt="0"/>
      <dgm:spPr/>
    </dgm:pt>
  </dgm:ptLst>
  <dgm:cxnLst>
    <dgm:cxn modelId="{9881C32A-EDF6-4441-87E8-167276760345}" type="presOf" srcId="{FA7B3D83-74A7-4014-843C-257431933EBD}" destId="{9B0D0D85-3EAE-4917-8DFC-0407A1CA0E72}" srcOrd="0" destOrd="0" presId="urn:microsoft.com/office/officeart/2005/8/layout/hierarchy1"/>
    <dgm:cxn modelId="{4FDEDE63-5FDE-4879-AE41-2AADF85E40F7}" srcId="{FA7B3D83-74A7-4014-843C-257431933EBD}" destId="{56804EDE-21D8-46AE-BDA5-4EBFC209FAFE}" srcOrd="0" destOrd="0" parTransId="{ECB24840-6FAB-4AEF-9F8B-984B424F8616}" sibTransId="{01D72D23-1BC2-444D-AF95-3021DC8694D2}"/>
    <dgm:cxn modelId="{30690444-4A2D-4413-A53F-2A0695B82F54}" type="presOf" srcId="{801955F4-9A2A-4EC6-B48F-1F7668BB1820}" destId="{757A5E8B-C13E-4A1C-9D4D-03871F729B96}" srcOrd="0" destOrd="0" presId="urn:microsoft.com/office/officeart/2005/8/layout/hierarchy1"/>
    <dgm:cxn modelId="{A539B6CA-D100-48AE-B984-BF340908F953}" type="presOf" srcId="{56804EDE-21D8-46AE-BDA5-4EBFC209FAFE}" destId="{472B5EA8-758F-4277-97C5-427D4784DA89}" srcOrd="0" destOrd="0" presId="urn:microsoft.com/office/officeart/2005/8/layout/hierarchy1"/>
    <dgm:cxn modelId="{C10552EF-A9EC-4CDA-9D04-929A8781E029}" srcId="{FA7B3D83-74A7-4014-843C-257431933EBD}" destId="{801955F4-9A2A-4EC6-B48F-1F7668BB1820}" srcOrd="1" destOrd="0" parTransId="{80B8DB2B-2CC7-4AF9-A986-1C6737E5B222}" sibTransId="{78B62AD6-D84A-47A1-8FE9-8D01F72F8113}"/>
    <dgm:cxn modelId="{CEAB2C85-4534-4A45-937E-DCBE49CA7C94}" type="presParOf" srcId="{9B0D0D85-3EAE-4917-8DFC-0407A1CA0E72}" destId="{DBFB9BF0-954A-4CEF-88B3-A560E2F65203}" srcOrd="0" destOrd="0" presId="urn:microsoft.com/office/officeart/2005/8/layout/hierarchy1"/>
    <dgm:cxn modelId="{C7B8E150-9AA2-40A6-9BE3-30FB899D1460}" type="presParOf" srcId="{DBFB9BF0-954A-4CEF-88B3-A560E2F65203}" destId="{0BDEBC88-B1A6-4D7A-B337-84141C94ECA9}" srcOrd="0" destOrd="0" presId="urn:microsoft.com/office/officeart/2005/8/layout/hierarchy1"/>
    <dgm:cxn modelId="{3AD69348-9D77-4374-8419-BF1DD76CCC92}" type="presParOf" srcId="{0BDEBC88-B1A6-4D7A-B337-84141C94ECA9}" destId="{FA42ACFD-F672-441B-A28A-4FF9CE69778F}" srcOrd="0" destOrd="0" presId="urn:microsoft.com/office/officeart/2005/8/layout/hierarchy1"/>
    <dgm:cxn modelId="{9A3DAF33-7A12-41B1-9BB7-9A2DD19FBBEA}" type="presParOf" srcId="{0BDEBC88-B1A6-4D7A-B337-84141C94ECA9}" destId="{472B5EA8-758F-4277-97C5-427D4784DA89}" srcOrd="1" destOrd="0" presId="urn:microsoft.com/office/officeart/2005/8/layout/hierarchy1"/>
    <dgm:cxn modelId="{BB600EF8-0161-486F-AB4D-2A416A7EEA56}" type="presParOf" srcId="{DBFB9BF0-954A-4CEF-88B3-A560E2F65203}" destId="{BB92D872-F35C-49D4-8C69-B4608FD59AED}" srcOrd="1" destOrd="0" presId="urn:microsoft.com/office/officeart/2005/8/layout/hierarchy1"/>
    <dgm:cxn modelId="{F2B32E95-D711-4193-A825-DAACAE50636D}" type="presParOf" srcId="{9B0D0D85-3EAE-4917-8DFC-0407A1CA0E72}" destId="{5C011BB4-B44E-4194-ADE2-F79D15DE3D1A}" srcOrd="1" destOrd="0" presId="urn:microsoft.com/office/officeart/2005/8/layout/hierarchy1"/>
    <dgm:cxn modelId="{2043E705-206D-4CAC-BCC2-105C0A180F61}" type="presParOf" srcId="{5C011BB4-B44E-4194-ADE2-F79D15DE3D1A}" destId="{F505FD81-D72B-4525-B5F4-0859C5B51D21}" srcOrd="0" destOrd="0" presId="urn:microsoft.com/office/officeart/2005/8/layout/hierarchy1"/>
    <dgm:cxn modelId="{8E3C8344-236D-4469-8BA0-EE7738CE4D4F}" type="presParOf" srcId="{F505FD81-D72B-4525-B5F4-0859C5B51D21}" destId="{DB4B53A1-FA9E-403D-A931-94AC62F8BFD6}" srcOrd="0" destOrd="0" presId="urn:microsoft.com/office/officeart/2005/8/layout/hierarchy1"/>
    <dgm:cxn modelId="{BDE9DBED-8BB4-47C2-B517-CC8E013967BD}" type="presParOf" srcId="{F505FD81-D72B-4525-B5F4-0859C5B51D21}" destId="{757A5E8B-C13E-4A1C-9D4D-03871F729B96}" srcOrd="1" destOrd="0" presId="urn:microsoft.com/office/officeart/2005/8/layout/hierarchy1"/>
    <dgm:cxn modelId="{B1D5F233-B95F-4D4A-B514-C716754AE694}" type="presParOf" srcId="{5C011BB4-B44E-4194-ADE2-F79D15DE3D1A}" destId="{2302822C-3C15-462E-8F52-CB02E22724A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D7009AE-A99E-4FA7-A705-21EE0F5221D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3_2" csCatId="accent3" phldr="1"/>
      <dgm:spPr/>
      <dgm:t>
        <a:bodyPr/>
        <a:lstStyle/>
        <a:p>
          <a:endParaRPr lang="en-US"/>
        </a:p>
      </dgm:t>
    </dgm:pt>
    <dgm:pt modelId="{8033F300-C64B-4822-BB77-FB27DB3436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игра обладает вирусным потенциалом — пользователи готовы ею делиться;</a:t>
          </a:r>
          <a:endParaRPr lang="en-US"/>
        </a:p>
      </dgm:t>
    </dgm:pt>
    <dgm:pt modelId="{129F493A-088F-41CB-91A6-A53CF1B63124}" type="parTrans" cxnId="{61CC435F-CBE8-4E01-B4DB-F072AA949E18}">
      <dgm:prSet/>
      <dgm:spPr/>
      <dgm:t>
        <a:bodyPr/>
        <a:lstStyle/>
        <a:p>
          <a:endParaRPr lang="en-US"/>
        </a:p>
      </dgm:t>
    </dgm:pt>
    <dgm:pt modelId="{9D2DD78F-50A5-4ADF-A049-1E2AF576E4D9}" type="sibTrans" cxnId="{61CC435F-CBE8-4E01-B4DB-F072AA949E18}">
      <dgm:prSet/>
      <dgm:spPr/>
      <dgm:t>
        <a:bodyPr/>
        <a:lstStyle/>
        <a:p>
          <a:endParaRPr lang="en-US"/>
        </a:p>
      </dgm:t>
    </dgm:pt>
    <dgm:pt modelId="{93E54937-B54D-4B7C-907E-0CB675D89E7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органический рост есть, но он недостаточен для самоподдержки;</a:t>
          </a:r>
          <a:endParaRPr lang="en-US"/>
        </a:p>
      </dgm:t>
    </dgm:pt>
    <dgm:pt modelId="{6A27687A-4124-4514-977B-7E1D36991498}" type="parTrans" cxnId="{41633FD8-AC0F-47E9-A922-29AE73BDA3D5}">
      <dgm:prSet/>
      <dgm:spPr/>
      <dgm:t>
        <a:bodyPr/>
        <a:lstStyle/>
        <a:p>
          <a:endParaRPr lang="en-US"/>
        </a:p>
      </dgm:t>
    </dgm:pt>
    <dgm:pt modelId="{08D0C012-AC71-40A9-AC0C-CB8FC54F73E5}" type="sibTrans" cxnId="{41633FD8-AC0F-47E9-A922-29AE73BDA3D5}">
      <dgm:prSet/>
      <dgm:spPr/>
      <dgm:t>
        <a:bodyPr/>
        <a:lstStyle/>
        <a:p>
          <a:endParaRPr lang="en-US"/>
        </a:p>
      </dgm:t>
    </dgm:pt>
    <dgm:pt modelId="{030B7C3B-3EE9-4883-99DF-86B1B890841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без дополнительных вложений в рекламу аудитория будет сокращаться;</a:t>
          </a:r>
          <a:endParaRPr lang="en-US"/>
        </a:p>
      </dgm:t>
    </dgm:pt>
    <dgm:pt modelId="{284DF298-61A4-4A59-8A96-F0AB3CA99029}" type="parTrans" cxnId="{4E3493CE-8FEA-4177-93C4-2A73FCF3F4DC}">
      <dgm:prSet/>
      <dgm:spPr/>
      <dgm:t>
        <a:bodyPr/>
        <a:lstStyle/>
        <a:p>
          <a:endParaRPr lang="en-US"/>
        </a:p>
      </dgm:t>
    </dgm:pt>
    <dgm:pt modelId="{F294A82B-3E7B-4773-AE62-D323122B3B8B}" type="sibTrans" cxnId="{4E3493CE-8FEA-4177-93C4-2A73FCF3F4DC}">
      <dgm:prSet/>
      <dgm:spPr/>
      <dgm:t>
        <a:bodyPr/>
        <a:lstStyle/>
        <a:p>
          <a:endParaRPr lang="en-US"/>
        </a:p>
      </dgm:t>
    </dgm:pt>
    <dgm:pt modelId="{C9D7AA6B-C18D-47D3-B502-49BF308974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/>
            <a:t>при доработке механик приглашения и удержания K‑фактор можно довести до &gt; 1, что снизит CAC и увеличит Social LTV.</a:t>
          </a:r>
          <a:endParaRPr lang="en-US"/>
        </a:p>
      </dgm:t>
    </dgm:pt>
    <dgm:pt modelId="{C4808987-3308-45BB-BA99-ECA38EB506EA}" type="parTrans" cxnId="{FA3642EF-A3B7-430E-8387-1FC022ECB600}">
      <dgm:prSet/>
      <dgm:spPr/>
      <dgm:t>
        <a:bodyPr/>
        <a:lstStyle/>
        <a:p>
          <a:endParaRPr lang="en-US"/>
        </a:p>
      </dgm:t>
    </dgm:pt>
    <dgm:pt modelId="{79D5DB7A-1DFD-488D-85BD-639DF4D55B2B}" type="sibTrans" cxnId="{FA3642EF-A3B7-430E-8387-1FC022ECB600}">
      <dgm:prSet/>
      <dgm:spPr/>
      <dgm:t>
        <a:bodyPr/>
        <a:lstStyle/>
        <a:p>
          <a:endParaRPr lang="en-US"/>
        </a:p>
      </dgm:t>
    </dgm:pt>
    <dgm:pt modelId="{0A22C205-48CE-48EC-A979-B9CA1D542ED4}" type="pres">
      <dgm:prSet presAssocID="{2D7009AE-A99E-4FA7-A705-21EE0F5221DD}" presName="root" presStyleCnt="0">
        <dgm:presLayoutVars>
          <dgm:dir/>
          <dgm:resizeHandles val="exact"/>
        </dgm:presLayoutVars>
      </dgm:prSet>
      <dgm:spPr/>
    </dgm:pt>
    <dgm:pt modelId="{6AAC471E-7FE0-4A84-8686-5801CED8149A}" type="pres">
      <dgm:prSet presAssocID="{8033F300-C64B-4822-BB77-FB27DB343655}" presName="compNode" presStyleCnt="0"/>
      <dgm:spPr/>
    </dgm:pt>
    <dgm:pt modelId="{35005CB8-8AD5-449A-9A58-35D4BC297E91}" type="pres">
      <dgm:prSet presAssocID="{8033F300-C64B-4822-BB77-FB27DB343655}" presName="iconBgRect" presStyleLbl="bgShp" presStyleIdx="0" presStyleCnt="4"/>
      <dgm:spPr/>
    </dgm:pt>
    <dgm:pt modelId="{5D909459-2FD9-4BC6-A41C-FC2B8B762B43}" type="pres">
      <dgm:prSet presAssocID="{8033F300-C64B-4822-BB77-FB27DB34365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613BD64A-66FD-40BC-8380-9DC1E60B40DD}" type="pres">
      <dgm:prSet presAssocID="{8033F300-C64B-4822-BB77-FB27DB343655}" presName="spaceRect" presStyleCnt="0"/>
      <dgm:spPr/>
    </dgm:pt>
    <dgm:pt modelId="{9F8B3049-B2D1-481D-B17C-124789CE10E5}" type="pres">
      <dgm:prSet presAssocID="{8033F300-C64B-4822-BB77-FB27DB343655}" presName="textRect" presStyleLbl="revTx" presStyleIdx="0" presStyleCnt="4">
        <dgm:presLayoutVars>
          <dgm:chMax val="1"/>
          <dgm:chPref val="1"/>
        </dgm:presLayoutVars>
      </dgm:prSet>
      <dgm:spPr/>
    </dgm:pt>
    <dgm:pt modelId="{83599A46-34F5-4828-BAE2-658002C7FC5B}" type="pres">
      <dgm:prSet presAssocID="{9D2DD78F-50A5-4ADF-A049-1E2AF576E4D9}" presName="sibTrans" presStyleCnt="0"/>
      <dgm:spPr/>
    </dgm:pt>
    <dgm:pt modelId="{087E00DF-01F0-48A8-BF06-5E19DF26801B}" type="pres">
      <dgm:prSet presAssocID="{93E54937-B54D-4B7C-907E-0CB675D89E78}" presName="compNode" presStyleCnt="0"/>
      <dgm:spPr/>
    </dgm:pt>
    <dgm:pt modelId="{61DEDF8A-107C-4638-ABDA-05F3689A915A}" type="pres">
      <dgm:prSet presAssocID="{93E54937-B54D-4B7C-907E-0CB675D89E78}" presName="iconBgRect" presStyleLbl="bgShp" presStyleIdx="1" presStyleCnt="4"/>
      <dgm:spPr/>
    </dgm:pt>
    <dgm:pt modelId="{2D89B116-6C6A-492A-80BE-9BEFCF9A5CC7}" type="pres">
      <dgm:prSet presAssocID="{93E54937-B54D-4B7C-907E-0CB675D89E7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104A5EE4-9650-4AA9-BEA2-EDB026E99B7C}" type="pres">
      <dgm:prSet presAssocID="{93E54937-B54D-4B7C-907E-0CB675D89E78}" presName="spaceRect" presStyleCnt="0"/>
      <dgm:spPr/>
    </dgm:pt>
    <dgm:pt modelId="{EFAC6A9E-AD37-4423-AD6E-F786814BC47B}" type="pres">
      <dgm:prSet presAssocID="{93E54937-B54D-4B7C-907E-0CB675D89E78}" presName="textRect" presStyleLbl="revTx" presStyleIdx="1" presStyleCnt="4">
        <dgm:presLayoutVars>
          <dgm:chMax val="1"/>
          <dgm:chPref val="1"/>
        </dgm:presLayoutVars>
      </dgm:prSet>
      <dgm:spPr/>
    </dgm:pt>
    <dgm:pt modelId="{8D536E54-3D07-4900-A978-793D988485D3}" type="pres">
      <dgm:prSet presAssocID="{08D0C012-AC71-40A9-AC0C-CB8FC54F73E5}" presName="sibTrans" presStyleCnt="0"/>
      <dgm:spPr/>
    </dgm:pt>
    <dgm:pt modelId="{F2819B47-5D28-4996-B98E-BA8491EA90F1}" type="pres">
      <dgm:prSet presAssocID="{030B7C3B-3EE9-4883-99DF-86B1B890841C}" presName="compNode" presStyleCnt="0"/>
      <dgm:spPr/>
    </dgm:pt>
    <dgm:pt modelId="{C9D7E5AB-D9C8-4609-9CD6-0A0019EDC066}" type="pres">
      <dgm:prSet presAssocID="{030B7C3B-3EE9-4883-99DF-86B1B890841C}" presName="iconBgRect" presStyleLbl="bgShp" presStyleIdx="2" presStyleCnt="4"/>
      <dgm:spPr/>
    </dgm:pt>
    <dgm:pt modelId="{85F6EEFE-17C2-48F2-B269-76CAAD68D27C}" type="pres">
      <dgm:prSet presAssocID="{030B7C3B-3EE9-4883-99DF-86B1B890841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крепка"/>
        </a:ext>
      </dgm:extLst>
    </dgm:pt>
    <dgm:pt modelId="{05B8FA7B-2FDB-4B64-BE90-E5DC6039D98D}" type="pres">
      <dgm:prSet presAssocID="{030B7C3B-3EE9-4883-99DF-86B1B890841C}" presName="spaceRect" presStyleCnt="0"/>
      <dgm:spPr/>
    </dgm:pt>
    <dgm:pt modelId="{4C71F01A-E124-4546-ABAB-ADF6F17F7B6C}" type="pres">
      <dgm:prSet presAssocID="{030B7C3B-3EE9-4883-99DF-86B1B890841C}" presName="textRect" presStyleLbl="revTx" presStyleIdx="2" presStyleCnt="4">
        <dgm:presLayoutVars>
          <dgm:chMax val="1"/>
          <dgm:chPref val="1"/>
        </dgm:presLayoutVars>
      </dgm:prSet>
      <dgm:spPr/>
    </dgm:pt>
    <dgm:pt modelId="{0266405F-E7B0-4E25-BA01-98DC22AE98A2}" type="pres">
      <dgm:prSet presAssocID="{F294A82B-3E7B-4773-AE62-D323122B3B8B}" presName="sibTrans" presStyleCnt="0"/>
      <dgm:spPr/>
    </dgm:pt>
    <dgm:pt modelId="{254AA2EF-6E3B-4808-8761-E93BDE87B108}" type="pres">
      <dgm:prSet presAssocID="{C9D7AA6B-C18D-47D3-B502-49BF308974FC}" presName="compNode" presStyleCnt="0"/>
      <dgm:spPr/>
    </dgm:pt>
    <dgm:pt modelId="{D8E1DCE5-23F4-4734-8098-C2D009044A1E}" type="pres">
      <dgm:prSet presAssocID="{C9D7AA6B-C18D-47D3-B502-49BF308974FC}" presName="iconBgRect" presStyleLbl="bgShp" presStyleIdx="3" presStyleCnt="4"/>
      <dgm:spPr/>
    </dgm:pt>
    <dgm:pt modelId="{2D191077-5A74-4FB2-9394-60F5080434F6}" type="pres">
      <dgm:prSet presAssocID="{C9D7AA6B-C18D-47D3-B502-49BF308974F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DA7E443C-9FCA-423E-8CE0-F1C313D7FB56}" type="pres">
      <dgm:prSet presAssocID="{C9D7AA6B-C18D-47D3-B502-49BF308974FC}" presName="spaceRect" presStyleCnt="0"/>
      <dgm:spPr/>
    </dgm:pt>
    <dgm:pt modelId="{7A7B96FA-289C-4819-88C4-699444CCAA7B}" type="pres">
      <dgm:prSet presAssocID="{C9D7AA6B-C18D-47D3-B502-49BF308974F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08E3D06-BBB2-475B-B9EA-F5F71D0C4FF5}" type="presOf" srcId="{030B7C3B-3EE9-4883-99DF-86B1B890841C}" destId="{4C71F01A-E124-4546-ABAB-ADF6F17F7B6C}" srcOrd="0" destOrd="0" presId="urn:microsoft.com/office/officeart/2018/5/layout/IconCircleLabelList"/>
    <dgm:cxn modelId="{B677662A-03A7-4A62-8553-7998EE42E219}" type="presOf" srcId="{93E54937-B54D-4B7C-907E-0CB675D89E78}" destId="{EFAC6A9E-AD37-4423-AD6E-F786814BC47B}" srcOrd="0" destOrd="0" presId="urn:microsoft.com/office/officeart/2018/5/layout/IconCircleLabelList"/>
    <dgm:cxn modelId="{61CC435F-CBE8-4E01-B4DB-F072AA949E18}" srcId="{2D7009AE-A99E-4FA7-A705-21EE0F5221DD}" destId="{8033F300-C64B-4822-BB77-FB27DB343655}" srcOrd="0" destOrd="0" parTransId="{129F493A-088F-41CB-91A6-A53CF1B63124}" sibTransId="{9D2DD78F-50A5-4ADF-A049-1E2AF576E4D9}"/>
    <dgm:cxn modelId="{5272FAA0-33EF-4C0B-AF71-2415D4A34D77}" type="presOf" srcId="{8033F300-C64B-4822-BB77-FB27DB343655}" destId="{9F8B3049-B2D1-481D-B17C-124789CE10E5}" srcOrd="0" destOrd="0" presId="urn:microsoft.com/office/officeart/2018/5/layout/IconCircleLabelList"/>
    <dgm:cxn modelId="{4E3493CE-8FEA-4177-93C4-2A73FCF3F4DC}" srcId="{2D7009AE-A99E-4FA7-A705-21EE0F5221DD}" destId="{030B7C3B-3EE9-4883-99DF-86B1B890841C}" srcOrd="2" destOrd="0" parTransId="{284DF298-61A4-4A59-8A96-F0AB3CA99029}" sibTransId="{F294A82B-3E7B-4773-AE62-D323122B3B8B}"/>
    <dgm:cxn modelId="{73A91CD1-4E84-489E-9895-B226E7525410}" type="presOf" srcId="{2D7009AE-A99E-4FA7-A705-21EE0F5221DD}" destId="{0A22C205-48CE-48EC-A979-B9CA1D542ED4}" srcOrd="0" destOrd="0" presId="urn:microsoft.com/office/officeart/2018/5/layout/IconCircleLabelList"/>
    <dgm:cxn modelId="{41633FD8-AC0F-47E9-A922-29AE73BDA3D5}" srcId="{2D7009AE-A99E-4FA7-A705-21EE0F5221DD}" destId="{93E54937-B54D-4B7C-907E-0CB675D89E78}" srcOrd="1" destOrd="0" parTransId="{6A27687A-4124-4514-977B-7E1D36991498}" sibTransId="{08D0C012-AC71-40A9-AC0C-CB8FC54F73E5}"/>
    <dgm:cxn modelId="{2EFF6ADA-6BDD-419A-B498-7DFFEAA190E9}" type="presOf" srcId="{C9D7AA6B-C18D-47D3-B502-49BF308974FC}" destId="{7A7B96FA-289C-4819-88C4-699444CCAA7B}" srcOrd="0" destOrd="0" presId="urn:microsoft.com/office/officeart/2018/5/layout/IconCircleLabelList"/>
    <dgm:cxn modelId="{FA3642EF-A3B7-430E-8387-1FC022ECB600}" srcId="{2D7009AE-A99E-4FA7-A705-21EE0F5221DD}" destId="{C9D7AA6B-C18D-47D3-B502-49BF308974FC}" srcOrd="3" destOrd="0" parTransId="{C4808987-3308-45BB-BA99-ECA38EB506EA}" sibTransId="{79D5DB7A-1DFD-488D-85BD-639DF4D55B2B}"/>
    <dgm:cxn modelId="{6CE31EEE-30D5-4F66-8B22-3195A2C9F865}" type="presParOf" srcId="{0A22C205-48CE-48EC-A979-B9CA1D542ED4}" destId="{6AAC471E-7FE0-4A84-8686-5801CED8149A}" srcOrd="0" destOrd="0" presId="urn:microsoft.com/office/officeart/2018/5/layout/IconCircleLabelList"/>
    <dgm:cxn modelId="{D7B8D919-2E20-4A4D-9A6B-26CD64411EA9}" type="presParOf" srcId="{6AAC471E-7FE0-4A84-8686-5801CED8149A}" destId="{35005CB8-8AD5-449A-9A58-35D4BC297E91}" srcOrd="0" destOrd="0" presId="urn:microsoft.com/office/officeart/2018/5/layout/IconCircleLabelList"/>
    <dgm:cxn modelId="{D6544E7E-8660-4CDE-89F7-FA642B729DE9}" type="presParOf" srcId="{6AAC471E-7FE0-4A84-8686-5801CED8149A}" destId="{5D909459-2FD9-4BC6-A41C-FC2B8B762B43}" srcOrd="1" destOrd="0" presId="urn:microsoft.com/office/officeart/2018/5/layout/IconCircleLabelList"/>
    <dgm:cxn modelId="{DC886F76-C6A8-4D96-BC8E-DF4DB9E7F0E9}" type="presParOf" srcId="{6AAC471E-7FE0-4A84-8686-5801CED8149A}" destId="{613BD64A-66FD-40BC-8380-9DC1E60B40DD}" srcOrd="2" destOrd="0" presId="urn:microsoft.com/office/officeart/2018/5/layout/IconCircleLabelList"/>
    <dgm:cxn modelId="{CFDB364E-D599-4472-811E-430740C924C2}" type="presParOf" srcId="{6AAC471E-7FE0-4A84-8686-5801CED8149A}" destId="{9F8B3049-B2D1-481D-B17C-124789CE10E5}" srcOrd="3" destOrd="0" presId="urn:microsoft.com/office/officeart/2018/5/layout/IconCircleLabelList"/>
    <dgm:cxn modelId="{B1D04B4D-4C6A-45A7-A607-7EBBE51151DF}" type="presParOf" srcId="{0A22C205-48CE-48EC-A979-B9CA1D542ED4}" destId="{83599A46-34F5-4828-BAE2-658002C7FC5B}" srcOrd="1" destOrd="0" presId="urn:microsoft.com/office/officeart/2018/5/layout/IconCircleLabelList"/>
    <dgm:cxn modelId="{DB4222B4-CF5A-4BF9-87D3-27D72F42A4F8}" type="presParOf" srcId="{0A22C205-48CE-48EC-A979-B9CA1D542ED4}" destId="{087E00DF-01F0-48A8-BF06-5E19DF26801B}" srcOrd="2" destOrd="0" presId="urn:microsoft.com/office/officeart/2018/5/layout/IconCircleLabelList"/>
    <dgm:cxn modelId="{9B2E0573-31A5-41FD-B586-D485C130CF17}" type="presParOf" srcId="{087E00DF-01F0-48A8-BF06-5E19DF26801B}" destId="{61DEDF8A-107C-4638-ABDA-05F3689A915A}" srcOrd="0" destOrd="0" presId="urn:microsoft.com/office/officeart/2018/5/layout/IconCircleLabelList"/>
    <dgm:cxn modelId="{D6854388-95D1-47FF-889D-6CC770B91866}" type="presParOf" srcId="{087E00DF-01F0-48A8-BF06-5E19DF26801B}" destId="{2D89B116-6C6A-492A-80BE-9BEFCF9A5CC7}" srcOrd="1" destOrd="0" presId="urn:microsoft.com/office/officeart/2018/5/layout/IconCircleLabelList"/>
    <dgm:cxn modelId="{89328357-04BA-4CBA-81C7-FF5D6B0F162A}" type="presParOf" srcId="{087E00DF-01F0-48A8-BF06-5E19DF26801B}" destId="{104A5EE4-9650-4AA9-BEA2-EDB026E99B7C}" srcOrd="2" destOrd="0" presId="urn:microsoft.com/office/officeart/2018/5/layout/IconCircleLabelList"/>
    <dgm:cxn modelId="{A9F595E7-0560-4594-A108-16F28B0799D0}" type="presParOf" srcId="{087E00DF-01F0-48A8-BF06-5E19DF26801B}" destId="{EFAC6A9E-AD37-4423-AD6E-F786814BC47B}" srcOrd="3" destOrd="0" presId="urn:microsoft.com/office/officeart/2018/5/layout/IconCircleLabelList"/>
    <dgm:cxn modelId="{6BE886A3-CE8F-42E0-B232-D9123A376ED5}" type="presParOf" srcId="{0A22C205-48CE-48EC-A979-B9CA1D542ED4}" destId="{8D536E54-3D07-4900-A978-793D988485D3}" srcOrd="3" destOrd="0" presId="urn:microsoft.com/office/officeart/2018/5/layout/IconCircleLabelList"/>
    <dgm:cxn modelId="{2183638F-AECD-430F-B016-91533B9295C9}" type="presParOf" srcId="{0A22C205-48CE-48EC-A979-B9CA1D542ED4}" destId="{F2819B47-5D28-4996-B98E-BA8491EA90F1}" srcOrd="4" destOrd="0" presId="urn:microsoft.com/office/officeart/2018/5/layout/IconCircleLabelList"/>
    <dgm:cxn modelId="{F3559F1F-9FA7-4CA9-A54B-B8BAE3CFFC8A}" type="presParOf" srcId="{F2819B47-5D28-4996-B98E-BA8491EA90F1}" destId="{C9D7E5AB-D9C8-4609-9CD6-0A0019EDC066}" srcOrd="0" destOrd="0" presId="urn:microsoft.com/office/officeart/2018/5/layout/IconCircleLabelList"/>
    <dgm:cxn modelId="{887C4E4F-B36D-4946-895B-36D33EF5B245}" type="presParOf" srcId="{F2819B47-5D28-4996-B98E-BA8491EA90F1}" destId="{85F6EEFE-17C2-48F2-B269-76CAAD68D27C}" srcOrd="1" destOrd="0" presId="urn:microsoft.com/office/officeart/2018/5/layout/IconCircleLabelList"/>
    <dgm:cxn modelId="{E3BF222B-68BF-4F56-BE1D-0A28B5CAE3C7}" type="presParOf" srcId="{F2819B47-5D28-4996-B98E-BA8491EA90F1}" destId="{05B8FA7B-2FDB-4B64-BE90-E5DC6039D98D}" srcOrd="2" destOrd="0" presId="urn:microsoft.com/office/officeart/2018/5/layout/IconCircleLabelList"/>
    <dgm:cxn modelId="{3B4456B0-FC6A-4DD3-BA86-DBD09EE018C4}" type="presParOf" srcId="{F2819B47-5D28-4996-B98E-BA8491EA90F1}" destId="{4C71F01A-E124-4546-ABAB-ADF6F17F7B6C}" srcOrd="3" destOrd="0" presId="urn:microsoft.com/office/officeart/2018/5/layout/IconCircleLabelList"/>
    <dgm:cxn modelId="{7A125CFF-BD48-42E5-802B-1D14B356D428}" type="presParOf" srcId="{0A22C205-48CE-48EC-A979-B9CA1D542ED4}" destId="{0266405F-E7B0-4E25-BA01-98DC22AE98A2}" srcOrd="5" destOrd="0" presId="urn:microsoft.com/office/officeart/2018/5/layout/IconCircleLabelList"/>
    <dgm:cxn modelId="{4876992E-EEDD-4BE9-BAF1-A0D3449795D5}" type="presParOf" srcId="{0A22C205-48CE-48EC-A979-B9CA1D542ED4}" destId="{254AA2EF-6E3B-4808-8761-E93BDE87B108}" srcOrd="6" destOrd="0" presId="urn:microsoft.com/office/officeart/2018/5/layout/IconCircleLabelList"/>
    <dgm:cxn modelId="{0D7208CE-C9BD-4B43-BD0C-35CE890491DC}" type="presParOf" srcId="{254AA2EF-6E3B-4808-8761-E93BDE87B108}" destId="{D8E1DCE5-23F4-4734-8098-C2D009044A1E}" srcOrd="0" destOrd="0" presId="urn:microsoft.com/office/officeart/2018/5/layout/IconCircleLabelList"/>
    <dgm:cxn modelId="{7835B780-2703-401D-9D86-16DE2BB52EF6}" type="presParOf" srcId="{254AA2EF-6E3B-4808-8761-E93BDE87B108}" destId="{2D191077-5A74-4FB2-9394-60F5080434F6}" srcOrd="1" destOrd="0" presId="urn:microsoft.com/office/officeart/2018/5/layout/IconCircleLabelList"/>
    <dgm:cxn modelId="{4B928EB7-0516-435D-A63E-5B4CCAB861C4}" type="presParOf" srcId="{254AA2EF-6E3B-4808-8761-E93BDE87B108}" destId="{DA7E443C-9FCA-423E-8CE0-F1C313D7FB56}" srcOrd="2" destOrd="0" presId="urn:microsoft.com/office/officeart/2018/5/layout/IconCircleLabelList"/>
    <dgm:cxn modelId="{EDC133B7-DCE0-48EC-B202-9283EAA74FE3}" type="presParOf" srcId="{254AA2EF-6E3B-4808-8761-E93BDE87B108}" destId="{7A7B96FA-289C-4819-88C4-699444CCAA7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F26A2-3ECF-4A20-A4BE-593B3FC317CA}">
      <dsp:nvSpPr>
        <dsp:cNvPr id="0" name=""/>
        <dsp:cNvSpPr/>
      </dsp:nvSpPr>
      <dsp:spPr>
        <a:xfrm>
          <a:off x="859681" y="272791"/>
          <a:ext cx="917524" cy="917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8C162-42C4-4260-8A9F-80DEF9F339C9}">
      <dsp:nvSpPr>
        <dsp:cNvPr id="0" name=""/>
        <dsp:cNvSpPr/>
      </dsp:nvSpPr>
      <dsp:spPr>
        <a:xfrm>
          <a:off x="31497" y="1255242"/>
          <a:ext cx="2621499" cy="700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kern="1200"/>
            <a:t>Общие показатели игры</a:t>
          </a:r>
          <a:endParaRPr lang="ru-RU" sz="1400" kern="1200" dirty="0"/>
        </a:p>
      </dsp:txBody>
      <dsp:txXfrm>
        <a:off x="31497" y="1255242"/>
        <a:ext cx="2621499" cy="700432"/>
      </dsp:txXfrm>
    </dsp:sp>
    <dsp:sp modelId="{36D5F2F5-B3E6-4EB9-BAC7-F447F168A19B}">
      <dsp:nvSpPr>
        <dsp:cNvPr id="0" name=""/>
        <dsp:cNvSpPr/>
      </dsp:nvSpPr>
      <dsp:spPr>
        <a:xfrm>
          <a:off x="42638" y="2068058"/>
          <a:ext cx="2621499" cy="2266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Анализ пользователей игры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Анализ игровых сессий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Анализ вовлеченных юзеров и «приглашений»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Анализ ошибок и «битых записей» игры</a:t>
          </a:r>
          <a:endParaRPr lang="ru-RU" sz="1100" kern="1200" dirty="0"/>
        </a:p>
      </dsp:txBody>
      <dsp:txXfrm>
        <a:off x="42638" y="2068058"/>
        <a:ext cx="2621499" cy="2266356"/>
      </dsp:txXfrm>
    </dsp:sp>
    <dsp:sp modelId="{B22643A0-B0D8-4B1F-8B7A-7D183A54DAFC}">
      <dsp:nvSpPr>
        <dsp:cNvPr id="0" name=""/>
        <dsp:cNvSpPr/>
      </dsp:nvSpPr>
      <dsp:spPr>
        <a:xfrm>
          <a:off x="3939943" y="272791"/>
          <a:ext cx="917524" cy="917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02AC3-84B7-4D43-A965-5781199A316A}">
      <dsp:nvSpPr>
        <dsp:cNvPr id="0" name=""/>
        <dsp:cNvSpPr/>
      </dsp:nvSpPr>
      <dsp:spPr>
        <a:xfrm>
          <a:off x="3087956" y="1252146"/>
          <a:ext cx="2621499" cy="700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kern="1200"/>
            <a:t>Маркетинговый анализ</a:t>
          </a:r>
          <a:endParaRPr lang="ru-RU" sz="1400" kern="1200" dirty="0"/>
        </a:p>
      </dsp:txBody>
      <dsp:txXfrm>
        <a:off x="3087956" y="1252146"/>
        <a:ext cx="2621499" cy="700432"/>
      </dsp:txXfrm>
    </dsp:sp>
    <dsp:sp modelId="{81B2D5FF-03FA-4DAE-8FA5-D5F76626FB9F}">
      <dsp:nvSpPr>
        <dsp:cNvPr id="0" name=""/>
        <dsp:cNvSpPr/>
      </dsp:nvSpPr>
      <dsp:spPr>
        <a:xfrm>
          <a:off x="3062553" y="2072999"/>
          <a:ext cx="2621499" cy="2266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MAU / WAU / DAU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Sticky Factor SFW / SFM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 dirty="0"/>
        </a:p>
      </dsp:txBody>
      <dsp:txXfrm>
        <a:off x="3062553" y="2072999"/>
        <a:ext cx="2621499" cy="2266356"/>
      </dsp:txXfrm>
    </dsp:sp>
    <dsp:sp modelId="{DC891296-2A3A-49DC-A421-6FF52948C38A}">
      <dsp:nvSpPr>
        <dsp:cNvPr id="0" name=""/>
        <dsp:cNvSpPr/>
      </dsp:nvSpPr>
      <dsp:spPr>
        <a:xfrm>
          <a:off x="7020206" y="110821"/>
          <a:ext cx="917524" cy="917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310D3-94B5-45E6-9FF7-3380F3E376BE}">
      <dsp:nvSpPr>
        <dsp:cNvPr id="0" name=""/>
        <dsp:cNvSpPr/>
      </dsp:nvSpPr>
      <dsp:spPr>
        <a:xfrm>
          <a:off x="6176686" y="1268868"/>
          <a:ext cx="2621499" cy="700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kern="1200"/>
            <a:t>Финансовый анализ</a:t>
          </a:r>
          <a:endParaRPr lang="ru-RU" sz="1400" kern="1200" dirty="0"/>
        </a:p>
      </dsp:txBody>
      <dsp:txXfrm>
        <a:off x="6176686" y="1268868"/>
        <a:ext cx="2621499" cy="700432"/>
      </dsp:txXfrm>
    </dsp:sp>
    <dsp:sp modelId="{935D54BD-0A18-4EDD-8769-B89074B389DF}">
      <dsp:nvSpPr>
        <dsp:cNvPr id="0" name=""/>
        <dsp:cNvSpPr/>
      </dsp:nvSpPr>
      <dsp:spPr>
        <a:xfrm>
          <a:off x="6185153" y="2005032"/>
          <a:ext cx="2621499" cy="2569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Динамика средних платежей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Динамика клиентских выплат по типу продукта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Анализ финансовых итогов в следствии изменения цены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K-factor</a:t>
          </a:r>
          <a:endParaRPr lang="ru-RU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Результаты использования нового канала привлечения пользователей</a:t>
          </a:r>
          <a:endParaRPr lang="ru-RU" sz="1100" kern="1200" dirty="0"/>
        </a:p>
      </dsp:txBody>
      <dsp:txXfrm>
        <a:off x="6185153" y="2005032"/>
        <a:ext cx="2621499" cy="2569888"/>
      </dsp:txXfrm>
    </dsp:sp>
    <dsp:sp modelId="{EFDA0B0A-6316-4CAE-9572-C3A70B90C564}">
      <dsp:nvSpPr>
        <dsp:cNvPr id="0" name=""/>
        <dsp:cNvSpPr/>
      </dsp:nvSpPr>
      <dsp:spPr>
        <a:xfrm>
          <a:off x="10100468" y="110821"/>
          <a:ext cx="917524" cy="917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B059D-902B-4ACC-86A9-08941A2523A8}">
      <dsp:nvSpPr>
        <dsp:cNvPr id="0" name=""/>
        <dsp:cNvSpPr/>
      </dsp:nvSpPr>
      <dsp:spPr>
        <a:xfrm>
          <a:off x="9248481" y="1263433"/>
          <a:ext cx="2621499" cy="700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kern="1200"/>
            <a:t>Анализ лояльности пользователей</a:t>
          </a:r>
          <a:endParaRPr lang="ru-RU" sz="1400" kern="1200" dirty="0"/>
        </a:p>
      </dsp:txBody>
      <dsp:txXfrm>
        <a:off x="9248481" y="1263433"/>
        <a:ext cx="2621499" cy="700432"/>
      </dsp:txXfrm>
    </dsp:sp>
    <dsp:sp modelId="{5B214CF2-DB90-4302-B5A6-B13E2646D0FF}">
      <dsp:nvSpPr>
        <dsp:cNvPr id="0" name=""/>
        <dsp:cNvSpPr/>
      </dsp:nvSpPr>
      <dsp:spPr>
        <a:xfrm>
          <a:off x="9248481" y="2035793"/>
          <a:ext cx="2621499" cy="2569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LMAU </a:t>
          </a:r>
          <a:r>
            <a:rPr lang="ru-RU" sz="1100" kern="1200" dirty="0"/>
            <a:t>для различных вариантов лояльных пользователей</a:t>
          </a:r>
        </a:p>
      </dsp:txBody>
      <dsp:txXfrm>
        <a:off x="9248481" y="2035793"/>
        <a:ext cx="2621499" cy="25698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AD5119-4AFA-4853-A52C-5EC5B46FD473}">
      <dsp:nvSpPr>
        <dsp:cNvPr id="0" name=""/>
        <dsp:cNvSpPr/>
      </dsp:nvSpPr>
      <dsp:spPr>
        <a:xfrm>
          <a:off x="1613135" y="965552"/>
          <a:ext cx="1021093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DB34A-AE5F-4473-89DB-C0E8804EAE6B}">
      <dsp:nvSpPr>
        <dsp:cNvPr id="0" name=""/>
        <dsp:cNvSpPr/>
      </dsp:nvSpPr>
      <dsp:spPr>
        <a:xfrm>
          <a:off x="2546706" y="846358"/>
          <a:ext cx="134200" cy="251216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314" tIns="165100" rIns="46314" bIns="16510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Всего отправленных приглашений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400" b="1" kern="1200" dirty="0"/>
            <a:t>7933</a:t>
          </a:r>
        </a:p>
      </dsp:txBody>
      <dsp:txXfrm>
        <a:off x="229971" y="2022563"/>
        <a:ext cx="2474587" cy="2428086"/>
      </dsp:txXfrm>
    </dsp:sp>
    <dsp:sp modelId="{4A2838EE-5517-4C8E-85C6-A4ABAD6AFB66}">
      <dsp:nvSpPr>
        <dsp:cNvPr id="0" name=""/>
        <dsp:cNvSpPr/>
      </dsp:nvSpPr>
      <dsp:spPr>
        <a:xfrm>
          <a:off x="1047507" y="545831"/>
          <a:ext cx="839513" cy="8395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8" tIns="32578" rIns="32578" bIns="3257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 dirty="0"/>
            <a:t>1</a:t>
          </a:r>
        </a:p>
      </dsp:txBody>
      <dsp:txXfrm>
        <a:off x="1170451" y="668775"/>
        <a:ext cx="593625" cy="593625"/>
      </dsp:txXfrm>
    </dsp:sp>
    <dsp:sp modelId="{D5E64DF6-8068-48A4-93A2-16D32B454F9E}">
      <dsp:nvSpPr>
        <dsp:cNvPr id="0" name=""/>
        <dsp:cNvSpPr/>
      </dsp:nvSpPr>
      <dsp:spPr>
        <a:xfrm>
          <a:off x="1467228" y="1457033"/>
          <a:ext cx="72" cy="4884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AEC89-A0CD-4DA2-BCC8-81198D9158A5}">
      <dsp:nvSpPr>
        <dsp:cNvPr id="0" name=""/>
        <dsp:cNvSpPr/>
      </dsp:nvSpPr>
      <dsp:spPr>
        <a:xfrm>
          <a:off x="154430" y="1947022"/>
          <a:ext cx="2625669" cy="2579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314" tIns="165100" rIns="46314" bIns="16510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Всего отправленных приглашений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400" b="1" kern="1200" dirty="0"/>
            <a:t>7933</a:t>
          </a:r>
        </a:p>
      </dsp:txBody>
      <dsp:txXfrm>
        <a:off x="229971" y="2022563"/>
        <a:ext cx="2474587" cy="2428086"/>
      </dsp:txXfrm>
    </dsp:sp>
    <dsp:sp modelId="{A922EF59-E154-4E4B-BDC7-71BEA27F313D}">
      <dsp:nvSpPr>
        <dsp:cNvPr id="0" name=""/>
        <dsp:cNvSpPr/>
      </dsp:nvSpPr>
      <dsp:spPr>
        <a:xfrm>
          <a:off x="2925969" y="964821"/>
          <a:ext cx="2625669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30215-1168-41A8-A86A-C5EAC0605C7B}">
      <dsp:nvSpPr>
        <dsp:cNvPr id="0" name=""/>
        <dsp:cNvSpPr/>
      </dsp:nvSpPr>
      <dsp:spPr>
        <a:xfrm>
          <a:off x="5464116" y="845627"/>
          <a:ext cx="134200" cy="251872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314" tIns="165100" rIns="46314" bIns="16510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Пользователи разославшие эти приглашения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400" b="1" kern="1200" dirty="0"/>
            <a:t>2992</a:t>
          </a:r>
        </a:p>
      </dsp:txBody>
      <dsp:txXfrm>
        <a:off x="3147381" y="2022563"/>
        <a:ext cx="2474587" cy="2428086"/>
      </dsp:txXfrm>
    </dsp:sp>
    <dsp:sp modelId="{60404925-2527-4C2D-A0AD-7FBCE107F13F}">
      <dsp:nvSpPr>
        <dsp:cNvPr id="0" name=""/>
        <dsp:cNvSpPr/>
      </dsp:nvSpPr>
      <dsp:spPr>
        <a:xfrm>
          <a:off x="3964918" y="545100"/>
          <a:ext cx="839513" cy="8395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8" tIns="32578" rIns="32578" bIns="3257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2</a:t>
          </a:r>
        </a:p>
      </dsp:txBody>
      <dsp:txXfrm>
        <a:off x="4087862" y="668044"/>
        <a:ext cx="593625" cy="593625"/>
      </dsp:txXfrm>
    </dsp:sp>
    <dsp:sp modelId="{507121FB-3C2D-4EBB-98EB-97E1F9816332}">
      <dsp:nvSpPr>
        <dsp:cNvPr id="0" name=""/>
        <dsp:cNvSpPr/>
      </dsp:nvSpPr>
      <dsp:spPr>
        <a:xfrm>
          <a:off x="4384639" y="1456489"/>
          <a:ext cx="72" cy="48975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8CB76-7F90-455F-90E1-788D5DF89481}">
      <dsp:nvSpPr>
        <dsp:cNvPr id="0" name=""/>
        <dsp:cNvSpPr/>
      </dsp:nvSpPr>
      <dsp:spPr>
        <a:xfrm>
          <a:off x="3071840" y="1947022"/>
          <a:ext cx="2625669" cy="2579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314" tIns="165100" rIns="46314" bIns="16510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Пользователи разославшие эти приглашения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400" b="1" kern="1200" dirty="0"/>
            <a:t>2992</a:t>
          </a:r>
        </a:p>
      </dsp:txBody>
      <dsp:txXfrm>
        <a:off x="3147381" y="2022563"/>
        <a:ext cx="2474587" cy="2428086"/>
      </dsp:txXfrm>
    </dsp:sp>
    <dsp:sp modelId="{F1AA73DE-C323-4FBA-B9E3-97A4EB82DADC}">
      <dsp:nvSpPr>
        <dsp:cNvPr id="0" name=""/>
        <dsp:cNvSpPr/>
      </dsp:nvSpPr>
      <dsp:spPr>
        <a:xfrm>
          <a:off x="5843380" y="964040"/>
          <a:ext cx="1458705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60794-448B-4650-A77B-AC6E128516F9}">
      <dsp:nvSpPr>
        <dsp:cNvPr id="0" name=""/>
        <dsp:cNvSpPr/>
      </dsp:nvSpPr>
      <dsp:spPr>
        <a:xfrm>
          <a:off x="6882328" y="544319"/>
          <a:ext cx="839513" cy="8395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78" tIns="32578" rIns="32578" bIns="3257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300" kern="1200"/>
            <a:t>3</a:t>
          </a:r>
        </a:p>
      </dsp:txBody>
      <dsp:txXfrm>
        <a:off x="7005272" y="667263"/>
        <a:ext cx="593625" cy="593625"/>
      </dsp:txXfrm>
    </dsp:sp>
    <dsp:sp modelId="{65F54253-E2D5-43CF-806E-5E993412597E}">
      <dsp:nvSpPr>
        <dsp:cNvPr id="0" name=""/>
        <dsp:cNvSpPr/>
      </dsp:nvSpPr>
      <dsp:spPr>
        <a:xfrm>
          <a:off x="7302049" y="1455783"/>
          <a:ext cx="72" cy="4902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3E57F0-31C8-422C-B5A8-EA87471CAF38}">
      <dsp:nvSpPr>
        <dsp:cNvPr id="0" name=""/>
        <dsp:cNvSpPr/>
      </dsp:nvSpPr>
      <dsp:spPr>
        <a:xfrm>
          <a:off x="5989250" y="1946045"/>
          <a:ext cx="2625669" cy="2579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314" tIns="165100" rIns="46314" bIns="1651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Доля успешных приглашений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400" b="1" kern="1200" dirty="0">
              <a:solidFill>
                <a:srgbClr val="00B050"/>
              </a:solidFill>
            </a:rPr>
            <a:t>36%</a:t>
          </a:r>
        </a:p>
      </dsp:txBody>
      <dsp:txXfrm>
        <a:off x="6064791" y="2021586"/>
        <a:ext cx="2474587" cy="24280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BAF89-845B-4F11-90C0-4C2F3B022900}">
      <dsp:nvSpPr>
        <dsp:cNvPr id="0" name=""/>
        <dsp:cNvSpPr/>
      </dsp:nvSpPr>
      <dsp:spPr>
        <a:xfrm>
          <a:off x="619126" y="0"/>
          <a:ext cx="4867274" cy="4867274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8EDA5-6C0B-4271-93AD-EAF76FBB5460}">
      <dsp:nvSpPr>
        <dsp:cNvPr id="0" name=""/>
        <dsp:cNvSpPr/>
      </dsp:nvSpPr>
      <dsp:spPr>
        <a:xfrm>
          <a:off x="1081517" y="462391"/>
          <a:ext cx="1898236" cy="18982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По динамике пользователей и игровых сессий есть два скачка в росте январь и март 2023</a:t>
          </a:r>
          <a:endParaRPr lang="en-US" sz="1200" kern="1200"/>
        </a:p>
      </dsp:txBody>
      <dsp:txXfrm>
        <a:off x="1174181" y="555055"/>
        <a:ext cx="1712908" cy="1712908"/>
      </dsp:txXfrm>
    </dsp:sp>
    <dsp:sp modelId="{BB765961-63AC-4FEA-92C2-B149B820BA15}">
      <dsp:nvSpPr>
        <dsp:cNvPr id="0" name=""/>
        <dsp:cNvSpPr/>
      </dsp:nvSpPr>
      <dsp:spPr>
        <a:xfrm>
          <a:off x="3125772" y="462391"/>
          <a:ext cx="1898236" cy="18982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В декабре 2022, напротив наблюдается падение сессий при таком же количестве игроков</a:t>
          </a:r>
          <a:endParaRPr lang="en-US" sz="1200" kern="1200" dirty="0"/>
        </a:p>
      </dsp:txBody>
      <dsp:txXfrm>
        <a:off x="3218436" y="555055"/>
        <a:ext cx="1712908" cy="1712908"/>
      </dsp:txXfrm>
    </dsp:sp>
    <dsp:sp modelId="{DA3EB924-0418-4BBB-9041-0A6614E248CF}">
      <dsp:nvSpPr>
        <dsp:cNvPr id="0" name=""/>
        <dsp:cNvSpPr/>
      </dsp:nvSpPr>
      <dsp:spPr>
        <a:xfrm>
          <a:off x="1081517" y="2506646"/>
          <a:ext cx="1898236" cy="18982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Хорошая конверсия из приглашений в регистрации 36%</a:t>
          </a:r>
          <a:endParaRPr lang="en-US" sz="1200" kern="1200"/>
        </a:p>
      </dsp:txBody>
      <dsp:txXfrm>
        <a:off x="1174181" y="2599310"/>
        <a:ext cx="1712908" cy="1712908"/>
      </dsp:txXfrm>
    </dsp:sp>
    <dsp:sp modelId="{D9419216-6601-42EF-95DC-BCDEA28ED016}">
      <dsp:nvSpPr>
        <dsp:cNvPr id="0" name=""/>
        <dsp:cNvSpPr/>
      </dsp:nvSpPr>
      <dsp:spPr>
        <a:xfrm>
          <a:off x="3125772" y="2506646"/>
          <a:ext cx="1898236" cy="18982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Есть техническая проблема с битыми сессиями на </a:t>
          </a:r>
          <a:r>
            <a:rPr lang="en-US" sz="1200" kern="1200" dirty="0"/>
            <a:t>iOS</a:t>
          </a:r>
          <a:r>
            <a:rPr lang="ru-RU" sz="1200" kern="1200" dirty="0"/>
            <a:t>, требующая внимания. </a:t>
          </a:r>
          <a:endParaRPr lang="en-US" sz="1200" kern="1200" dirty="0"/>
        </a:p>
      </dsp:txBody>
      <dsp:txXfrm>
        <a:off x="3218436" y="2599310"/>
        <a:ext cx="1712908" cy="17129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6C77C-FF2D-4EDC-BAB9-7C892CE6EA42}">
      <dsp:nvSpPr>
        <dsp:cNvPr id="0" name=""/>
        <dsp:cNvSpPr/>
      </dsp:nvSpPr>
      <dsp:spPr>
        <a:xfrm>
          <a:off x="580188" y="1366666"/>
          <a:ext cx="914618" cy="9146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C024A-5CC3-4391-850C-F9E8D20719BF}">
      <dsp:nvSpPr>
        <dsp:cNvPr id="0" name=""/>
        <dsp:cNvSpPr/>
      </dsp:nvSpPr>
      <dsp:spPr>
        <a:xfrm>
          <a:off x="21255" y="2686109"/>
          <a:ext cx="2032484" cy="137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kern="1200" baseline="0" dirty="0"/>
            <a:t>Скачкообразный рост после проведения акции в марте. Затем - нисходящий тренд</a:t>
          </a:r>
          <a:endParaRPr lang="en-US" sz="1100" kern="1200" dirty="0"/>
        </a:p>
      </dsp:txBody>
      <dsp:txXfrm>
        <a:off x="21255" y="2686109"/>
        <a:ext cx="2032484" cy="1378828"/>
      </dsp:txXfrm>
    </dsp:sp>
    <dsp:sp modelId="{C153FC58-22BC-49C7-A66C-94451A641A19}">
      <dsp:nvSpPr>
        <dsp:cNvPr id="0" name=""/>
        <dsp:cNvSpPr/>
      </dsp:nvSpPr>
      <dsp:spPr>
        <a:xfrm>
          <a:off x="2968357" y="1366666"/>
          <a:ext cx="914618" cy="9146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869D5-8812-4E13-A826-F841752163C2}">
      <dsp:nvSpPr>
        <dsp:cNvPr id="0" name=""/>
        <dsp:cNvSpPr/>
      </dsp:nvSpPr>
      <dsp:spPr>
        <a:xfrm>
          <a:off x="2409424" y="2686109"/>
          <a:ext cx="2032484" cy="137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kern="1200" baseline="0" dirty="0"/>
            <a:t>Пиковые уровни SFW/SFM не достигают 50. </a:t>
          </a:r>
          <a:endParaRPr lang="en-US" sz="1100" kern="1200" dirty="0"/>
        </a:p>
      </dsp:txBody>
      <dsp:txXfrm>
        <a:off x="2409424" y="2686109"/>
        <a:ext cx="2032484" cy="1378828"/>
      </dsp:txXfrm>
    </dsp:sp>
    <dsp:sp modelId="{A83AF8FF-8EAF-434B-AE8A-A4B8ADA56C73}">
      <dsp:nvSpPr>
        <dsp:cNvPr id="0" name=""/>
        <dsp:cNvSpPr/>
      </dsp:nvSpPr>
      <dsp:spPr>
        <a:xfrm>
          <a:off x="5356527" y="1366666"/>
          <a:ext cx="914618" cy="9146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F872A-4FAC-4F6C-B2F7-93D2B13E847F}">
      <dsp:nvSpPr>
        <dsp:cNvPr id="0" name=""/>
        <dsp:cNvSpPr/>
      </dsp:nvSpPr>
      <dsp:spPr>
        <a:xfrm>
          <a:off x="4797593" y="2686109"/>
          <a:ext cx="2032484" cy="137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kern="1200" baseline="0" dirty="0"/>
            <a:t>Динамика </a:t>
          </a:r>
          <a:r>
            <a:rPr lang="en-US" sz="1100" b="0" kern="1200" baseline="0" dirty="0"/>
            <a:t>Sticky Factor</a:t>
          </a:r>
          <a:r>
            <a:rPr lang="ru-RU" sz="1100" b="0" kern="1200" baseline="0" dirty="0"/>
            <a:t> скачкообразная и находится в основном на нижней отметке средней вовлеченности</a:t>
          </a:r>
          <a:r>
            <a:rPr lang="en-US" sz="1100" b="0" kern="1200" baseline="0" dirty="0"/>
            <a:t> </a:t>
          </a:r>
          <a:r>
            <a:rPr lang="ru-RU" sz="1100" b="0" kern="1200" baseline="0" dirty="0"/>
            <a:t>игроков</a:t>
          </a:r>
          <a:endParaRPr lang="en-US" sz="1100" kern="1200" dirty="0"/>
        </a:p>
      </dsp:txBody>
      <dsp:txXfrm>
        <a:off x="4797593" y="2686109"/>
        <a:ext cx="2032484" cy="1378828"/>
      </dsp:txXfrm>
    </dsp:sp>
    <dsp:sp modelId="{5C77E3E5-BFF0-4651-B4CC-8CC476DA2C3D}">
      <dsp:nvSpPr>
        <dsp:cNvPr id="0" name=""/>
        <dsp:cNvSpPr/>
      </dsp:nvSpPr>
      <dsp:spPr>
        <a:xfrm>
          <a:off x="7744696" y="1366666"/>
          <a:ext cx="914618" cy="9146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F01F4-441F-4075-BC28-EE1C618938BF}">
      <dsp:nvSpPr>
        <dsp:cNvPr id="0" name=""/>
        <dsp:cNvSpPr/>
      </dsp:nvSpPr>
      <dsp:spPr>
        <a:xfrm>
          <a:off x="7185763" y="2686109"/>
          <a:ext cx="2032484" cy="137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kern="1200" baseline="0" dirty="0"/>
            <a:t>Последние несколько недель происходит падение коэффициентов после проведения акции – тревожный сигнал</a:t>
          </a:r>
          <a:endParaRPr lang="en-US" sz="1100" kern="1200" dirty="0"/>
        </a:p>
      </dsp:txBody>
      <dsp:txXfrm>
        <a:off x="7185763" y="2686109"/>
        <a:ext cx="2032484" cy="13788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02BCC-AFE1-4C06-9C0E-1789961940CF}">
      <dsp:nvSpPr>
        <dsp:cNvPr id="0" name=""/>
        <dsp:cNvSpPr/>
      </dsp:nvSpPr>
      <dsp:spPr>
        <a:xfrm>
          <a:off x="3053" y="903540"/>
          <a:ext cx="2976959" cy="10298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 dirty="0"/>
            <a:t>Дополнительный анализ</a:t>
          </a:r>
        </a:p>
      </dsp:txBody>
      <dsp:txXfrm>
        <a:off x="3053" y="903540"/>
        <a:ext cx="2976959" cy="1029887"/>
      </dsp:txXfrm>
    </dsp:sp>
    <dsp:sp modelId="{8F0B20DC-2A0D-4D9E-9FA9-3940E3952174}">
      <dsp:nvSpPr>
        <dsp:cNvPr id="0" name=""/>
        <dsp:cNvSpPr/>
      </dsp:nvSpPr>
      <dsp:spPr>
        <a:xfrm>
          <a:off x="3053" y="1933428"/>
          <a:ext cx="2976959" cy="245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Когортный анализ в динамике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Изучить метрики оттока. (Churn Rate) и выделить сегменты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Собрать обратную связь.</a:t>
          </a:r>
          <a:endParaRPr lang="ru-RU" sz="1200" b="0" kern="1200" dirty="0"/>
        </a:p>
      </dsp:txBody>
      <dsp:txXfrm>
        <a:off x="3053" y="1933428"/>
        <a:ext cx="2976959" cy="2454697"/>
      </dsp:txXfrm>
    </dsp:sp>
    <dsp:sp modelId="{D3C6C35D-C355-4A65-9075-25D253769378}">
      <dsp:nvSpPr>
        <dsp:cNvPr id="0" name=""/>
        <dsp:cNvSpPr/>
      </dsp:nvSpPr>
      <dsp:spPr>
        <a:xfrm>
          <a:off x="3396786" y="903540"/>
          <a:ext cx="2976959" cy="10298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 dirty="0"/>
            <a:t>Корректировка механик удержания</a:t>
          </a:r>
          <a:endParaRPr lang="ru-RU" sz="1900" kern="1200" dirty="0"/>
        </a:p>
      </dsp:txBody>
      <dsp:txXfrm>
        <a:off x="3396786" y="903540"/>
        <a:ext cx="2976959" cy="1029887"/>
      </dsp:txXfrm>
    </dsp:sp>
    <dsp:sp modelId="{FF4D2E02-2F40-4AE5-9472-955399277AE5}">
      <dsp:nvSpPr>
        <dsp:cNvPr id="0" name=""/>
        <dsp:cNvSpPr/>
      </dsp:nvSpPr>
      <dsp:spPr>
        <a:xfrm>
          <a:off x="3396786" y="1933428"/>
          <a:ext cx="2976959" cy="245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Вернуть фокус на регулярный геймплей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Персонализировать коммуникацию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Добавить «крючки» для возврата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Обновлять контент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Развивать сообщество</a:t>
          </a:r>
          <a:endParaRPr lang="ru-RU" sz="1200" b="0" kern="1200" dirty="0"/>
        </a:p>
      </dsp:txBody>
      <dsp:txXfrm>
        <a:off x="3396786" y="1933428"/>
        <a:ext cx="2976959" cy="2454697"/>
      </dsp:txXfrm>
    </dsp:sp>
    <dsp:sp modelId="{241FB91D-7279-4783-8215-ACB408FA8703}">
      <dsp:nvSpPr>
        <dsp:cNvPr id="0" name=""/>
        <dsp:cNvSpPr/>
      </dsp:nvSpPr>
      <dsp:spPr>
        <a:xfrm>
          <a:off x="6790520" y="903540"/>
          <a:ext cx="2976959" cy="10298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 dirty="0"/>
            <a:t>Работа с маркетингом</a:t>
          </a:r>
          <a:endParaRPr lang="ru-RU" sz="1900" kern="1200" dirty="0"/>
        </a:p>
      </dsp:txBody>
      <dsp:txXfrm>
        <a:off x="6790520" y="903540"/>
        <a:ext cx="2976959" cy="1029887"/>
      </dsp:txXfrm>
    </dsp:sp>
    <dsp:sp modelId="{94C98B56-950B-4E41-B3CE-B81F1D6FCF9E}">
      <dsp:nvSpPr>
        <dsp:cNvPr id="0" name=""/>
        <dsp:cNvSpPr/>
      </dsp:nvSpPr>
      <dsp:spPr>
        <a:xfrm>
          <a:off x="6790520" y="1933428"/>
          <a:ext cx="2976959" cy="245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Провести тестирование нескольких гипотез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Следить за балансом монетизации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200" b="0" i="0" kern="1200" dirty="0"/>
            <a:t>Попробовать другие триггеры: тематический ивент, коллаборацию, тематический скин или сюжетную арку</a:t>
          </a:r>
          <a:endParaRPr lang="ru-RU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ru-RU" sz="1200" b="0" kern="1200" dirty="0"/>
        </a:p>
      </dsp:txBody>
      <dsp:txXfrm>
        <a:off x="6790520" y="1933428"/>
        <a:ext cx="2976959" cy="24546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2ACFD-F672-441B-A28A-4FF9CE69778F}">
      <dsp:nvSpPr>
        <dsp:cNvPr id="0" name=""/>
        <dsp:cNvSpPr/>
      </dsp:nvSpPr>
      <dsp:spPr>
        <a:xfrm>
          <a:off x="1823865" y="162"/>
          <a:ext cx="2265056" cy="1438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B5EA8-758F-4277-97C5-427D4784DA89}">
      <dsp:nvSpPr>
        <dsp:cNvPr id="0" name=""/>
        <dsp:cNvSpPr/>
      </dsp:nvSpPr>
      <dsp:spPr>
        <a:xfrm>
          <a:off x="2075538" y="239251"/>
          <a:ext cx="2265056" cy="143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rgbClr val="00B050"/>
              </a:solidFill>
            </a:rPr>
            <a:t>3,37</a:t>
          </a:r>
          <a:r>
            <a:rPr lang="ru-RU" sz="2000" b="1" kern="1200" dirty="0"/>
            <a:t> </a:t>
          </a:r>
          <a:r>
            <a:rPr lang="ru-RU" sz="2000" b="0" kern="1200" dirty="0"/>
            <a:t>во время внедрения</a:t>
          </a:r>
          <a:r>
            <a:rPr lang="ru-RU" sz="2000" kern="1200" dirty="0"/>
            <a:t> </a:t>
          </a:r>
        </a:p>
      </dsp:txBody>
      <dsp:txXfrm>
        <a:off x="2117665" y="281378"/>
        <a:ext cx="2180802" cy="1354056"/>
      </dsp:txXfrm>
    </dsp:sp>
    <dsp:sp modelId="{DB4B53A1-FA9E-403D-A931-94AC62F8BFD6}">
      <dsp:nvSpPr>
        <dsp:cNvPr id="0" name=""/>
        <dsp:cNvSpPr/>
      </dsp:nvSpPr>
      <dsp:spPr>
        <a:xfrm>
          <a:off x="4592267" y="162"/>
          <a:ext cx="2265056" cy="1438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A5E8B-C13E-4A1C-9D4D-03871F729B96}">
      <dsp:nvSpPr>
        <dsp:cNvPr id="0" name=""/>
        <dsp:cNvSpPr/>
      </dsp:nvSpPr>
      <dsp:spPr>
        <a:xfrm>
          <a:off x="4843940" y="239251"/>
          <a:ext cx="2265056" cy="143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rgbClr val="FF0000"/>
              </a:solidFill>
            </a:rPr>
            <a:t>2,57</a:t>
          </a:r>
          <a:r>
            <a:rPr lang="ru-RU" sz="2000" b="1" kern="1200" dirty="0"/>
            <a:t> </a:t>
          </a:r>
          <a:r>
            <a:rPr lang="ru-RU" sz="2000" b="0" kern="1200" dirty="0"/>
            <a:t>остальное время</a:t>
          </a:r>
        </a:p>
      </dsp:txBody>
      <dsp:txXfrm>
        <a:off x="4886067" y="281378"/>
        <a:ext cx="2180802" cy="13540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05CB8-8AD5-449A-9A58-35D4BC297E91}">
      <dsp:nvSpPr>
        <dsp:cNvPr id="0" name=""/>
        <dsp:cNvSpPr/>
      </dsp:nvSpPr>
      <dsp:spPr>
        <a:xfrm>
          <a:off x="754031" y="910"/>
          <a:ext cx="1071193" cy="107119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909459-2FD9-4BC6-A41C-FC2B8B762B43}">
      <dsp:nvSpPr>
        <dsp:cNvPr id="0" name=""/>
        <dsp:cNvSpPr/>
      </dsp:nvSpPr>
      <dsp:spPr>
        <a:xfrm>
          <a:off x="982319" y="229197"/>
          <a:ext cx="614619" cy="6146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B3049-B2D1-481D-B17C-124789CE10E5}">
      <dsp:nvSpPr>
        <dsp:cNvPr id="0" name=""/>
        <dsp:cNvSpPr/>
      </dsp:nvSpPr>
      <dsp:spPr>
        <a:xfrm>
          <a:off x="411601" y="1405753"/>
          <a:ext cx="1756054" cy="1882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игра обладает вирусным потенциалом — пользователи готовы ею делиться;</a:t>
          </a:r>
          <a:endParaRPr lang="en-US" sz="1100" kern="1200"/>
        </a:p>
      </dsp:txBody>
      <dsp:txXfrm>
        <a:off x="411601" y="1405753"/>
        <a:ext cx="1756054" cy="1882957"/>
      </dsp:txXfrm>
    </dsp:sp>
    <dsp:sp modelId="{61DEDF8A-107C-4638-ABDA-05F3689A915A}">
      <dsp:nvSpPr>
        <dsp:cNvPr id="0" name=""/>
        <dsp:cNvSpPr/>
      </dsp:nvSpPr>
      <dsp:spPr>
        <a:xfrm>
          <a:off x="2817396" y="910"/>
          <a:ext cx="1071193" cy="107119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9B116-6C6A-492A-80BE-9BEFCF9A5CC7}">
      <dsp:nvSpPr>
        <dsp:cNvPr id="0" name=""/>
        <dsp:cNvSpPr/>
      </dsp:nvSpPr>
      <dsp:spPr>
        <a:xfrm>
          <a:off x="3045683" y="229197"/>
          <a:ext cx="614619" cy="6146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C6A9E-AD37-4423-AD6E-F786814BC47B}">
      <dsp:nvSpPr>
        <dsp:cNvPr id="0" name=""/>
        <dsp:cNvSpPr/>
      </dsp:nvSpPr>
      <dsp:spPr>
        <a:xfrm>
          <a:off x="2474965" y="1405753"/>
          <a:ext cx="1756054" cy="1882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органический рост есть, но он недостаточен для самоподдержки;</a:t>
          </a:r>
          <a:endParaRPr lang="en-US" sz="1100" kern="1200"/>
        </a:p>
      </dsp:txBody>
      <dsp:txXfrm>
        <a:off x="2474965" y="1405753"/>
        <a:ext cx="1756054" cy="1882957"/>
      </dsp:txXfrm>
    </dsp:sp>
    <dsp:sp modelId="{C9D7E5AB-D9C8-4609-9CD6-0A0019EDC066}">
      <dsp:nvSpPr>
        <dsp:cNvPr id="0" name=""/>
        <dsp:cNvSpPr/>
      </dsp:nvSpPr>
      <dsp:spPr>
        <a:xfrm>
          <a:off x="4880760" y="910"/>
          <a:ext cx="1071193" cy="107119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6EEFE-17C2-48F2-B269-76CAAD68D27C}">
      <dsp:nvSpPr>
        <dsp:cNvPr id="0" name=""/>
        <dsp:cNvSpPr/>
      </dsp:nvSpPr>
      <dsp:spPr>
        <a:xfrm>
          <a:off x="5109047" y="229197"/>
          <a:ext cx="614619" cy="6146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1F01A-E124-4546-ABAB-ADF6F17F7B6C}">
      <dsp:nvSpPr>
        <dsp:cNvPr id="0" name=""/>
        <dsp:cNvSpPr/>
      </dsp:nvSpPr>
      <dsp:spPr>
        <a:xfrm>
          <a:off x="4538329" y="1405753"/>
          <a:ext cx="1756054" cy="1882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без дополнительных вложений в рекламу аудитория будет сокращаться;</a:t>
          </a:r>
          <a:endParaRPr lang="en-US" sz="1100" kern="1200"/>
        </a:p>
      </dsp:txBody>
      <dsp:txXfrm>
        <a:off x="4538329" y="1405753"/>
        <a:ext cx="1756054" cy="1882957"/>
      </dsp:txXfrm>
    </dsp:sp>
    <dsp:sp modelId="{D8E1DCE5-23F4-4734-8098-C2D009044A1E}">
      <dsp:nvSpPr>
        <dsp:cNvPr id="0" name=""/>
        <dsp:cNvSpPr/>
      </dsp:nvSpPr>
      <dsp:spPr>
        <a:xfrm>
          <a:off x="6944124" y="910"/>
          <a:ext cx="1071193" cy="107119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191077-5A74-4FB2-9394-60F5080434F6}">
      <dsp:nvSpPr>
        <dsp:cNvPr id="0" name=""/>
        <dsp:cNvSpPr/>
      </dsp:nvSpPr>
      <dsp:spPr>
        <a:xfrm>
          <a:off x="7172411" y="229197"/>
          <a:ext cx="614619" cy="6146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B96FA-289C-4819-88C4-699444CCAA7B}">
      <dsp:nvSpPr>
        <dsp:cNvPr id="0" name=""/>
        <dsp:cNvSpPr/>
      </dsp:nvSpPr>
      <dsp:spPr>
        <a:xfrm>
          <a:off x="6601694" y="1405753"/>
          <a:ext cx="1756054" cy="1882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kern="1200"/>
            <a:t>при доработке механик приглашения и удержания K‑фактор можно довести до &gt; 1, что снизит CAC и увеличит Social LTV.</a:t>
          </a:r>
          <a:endParaRPr lang="en-US" sz="1100" kern="1200"/>
        </a:p>
      </dsp:txBody>
      <dsp:txXfrm>
        <a:off x="6601694" y="1405753"/>
        <a:ext cx="1756054" cy="1882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LinearArrowProcess#1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1701AA1D-B573-4039-A6DD-D49000B641B3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E1BE955D-1DE3-4F88-AE57-A21356BDCAF0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CADE7618-8777-4C23-B088-AD79F8F7021B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94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71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7/27/2026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808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37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25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41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6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68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8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599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87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20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11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C6682-FE76-633E-1F12-01EDA85C1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208280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/>
              <a:t>Zombie Revolution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383D78-6860-EC4B-1EAA-1AAB747B3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369" y="3563938"/>
            <a:ext cx="5617794" cy="1150937"/>
          </a:xfrm>
        </p:spPr>
        <p:txBody>
          <a:bodyPr anchor="t">
            <a:normAutofit/>
          </a:bodyPr>
          <a:lstStyle/>
          <a:p>
            <a:pPr algn="ctr"/>
            <a:r>
              <a:rPr lang="ru-RU" dirty="0"/>
              <a:t>Снежко Никита Александрович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B89C7-0324-EC17-838C-61D0230F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81" r="37270" b="2"/>
          <a:stretch>
            <a:fillRect/>
          </a:stretch>
        </p:blipFill>
        <p:spPr>
          <a:xfrm>
            <a:off x="153" y="10"/>
            <a:ext cx="5033023" cy="6857990"/>
          </a:xfrm>
          <a:custGeom>
            <a:avLst/>
            <a:gdLst/>
            <a:ahLst/>
            <a:cxnLst/>
            <a:rect l="l" t="t" r="r" b="b"/>
            <a:pathLst>
              <a:path w="4710787" h="6858000">
                <a:moveTo>
                  <a:pt x="0" y="0"/>
                </a:moveTo>
                <a:lnTo>
                  <a:pt x="1214365" y="0"/>
                </a:lnTo>
                <a:lnTo>
                  <a:pt x="1994531" y="0"/>
                </a:lnTo>
                <a:lnTo>
                  <a:pt x="3087764" y="0"/>
                </a:lnTo>
                <a:lnTo>
                  <a:pt x="3109888" y="14997"/>
                </a:lnTo>
                <a:cubicBezTo>
                  <a:pt x="4137051" y="754641"/>
                  <a:pt x="4710787" y="2093192"/>
                  <a:pt x="4710787" y="3621656"/>
                </a:cubicBezTo>
                <a:cubicBezTo>
                  <a:pt x="4710787" y="4969131"/>
                  <a:pt x="3782062" y="5602839"/>
                  <a:pt x="2836437" y="6374814"/>
                </a:cubicBezTo>
                <a:cubicBezTo>
                  <a:pt x="2664234" y="6515397"/>
                  <a:pt x="2493607" y="6653108"/>
                  <a:pt x="2319789" y="6780599"/>
                </a:cubicBezTo>
                <a:lnTo>
                  <a:pt x="2208033" y="6858000"/>
                </a:lnTo>
                <a:lnTo>
                  <a:pt x="1994531" y="6858000"/>
                </a:lnTo>
                <a:lnTo>
                  <a:pt x="121436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41896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D8771-2FE9-08A2-F00E-830A280301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49705" y="393700"/>
            <a:ext cx="9756775" cy="1046163"/>
          </a:xfrm>
        </p:spPr>
        <p:txBody>
          <a:bodyPr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ru-RU" sz="2200" b="1" dirty="0"/>
              <a:t>Анализ мобильной игры </a:t>
            </a:r>
            <a:r>
              <a:rPr lang="en-US" sz="2200" b="1" dirty="0"/>
              <a:t>Zombie Revolution</a:t>
            </a:r>
            <a:endParaRPr lang="ru-RU" sz="2200" b="1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44E88BBB-CF07-AF18-9026-27B9BC748E8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00314247"/>
              </p:ext>
            </p:extLst>
          </p:nvPr>
        </p:nvGraphicFramePr>
        <p:xfrm>
          <a:off x="157162" y="1439863"/>
          <a:ext cx="11877675" cy="4691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513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BA1A03-9CD4-750D-A10D-A91155631EE6}"/>
              </a:ext>
            </a:extLst>
          </p:cNvPr>
          <p:cNvSpPr txBox="1"/>
          <p:nvPr/>
        </p:nvSpPr>
        <p:spPr>
          <a:xfrm>
            <a:off x="1743607" y="3912041"/>
            <a:ext cx="8394306" cy="1396053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spc="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Общие</a:t>
            </a:r>
            <a:r>
              <a:rPr lang="en-US" sz="3400" b="1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b="1" spc="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показатели</a:t>
            </a:r>
            <a:r>
              <a:rPr lang="en-US" sz="3400" b="1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игры Zombie Revolution</a:t>
            </a:r>
          </a:p>
        </p:txBody>
      </p:sp>
      <p:pic>
        <p:nvPicPr>
          <p:cNvPr id="36" name="Graphic 7" descr="Game controller">
            <a:extLst>
              <a:ext uri="{FF2B5EF4-FFF2-40B4-BE49-F238E27FC236}">
                <a16:creationId xmlns:a16="http://schemas.microsoft.com/office/drawing/2014/main" id="{139769C4-F560-DD08-2402-B2A96FDC1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3319" y="821665"/>
            <a:ext cx="2946903" cy="294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Классики на тротуаре: крупный план">
            <a:extLst>
              <a:ext uri="{FF2B5EF4-FFF2-40B4-BE49-F238E27FC236}">
                <a16:creationId xmlns:a16="http://schemas.microsoft.com/office/drawing/2014/main" id="{FE765C52-7516-100D-7CD0-46F9D7E8F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" r="3012" b="-1"/>
          <a:stretch>
            <a:fillRect/>
          </a:stretch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E3930-E0FB-6527-22A1-229F7E23D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1045596"/>
            <a:ext cx="3689406" cy="1944371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Общее</a:t>
            </a:r>
            <a:r>
              <a:rPr lang="en-US" dirty="0"/>
              <a:t> количество игроков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6F954-1D0C-C648-E025-1747A95FD44F}"/>
              </a:ext>
            </a:extLst>
          </p:cNvPr>
          <p:cNvSpPr txBox="1"/>
          <p:nvPr/>
        </p:nvSpPr>
        <p:spPr>
          <a:xfrm>
            <a:off x="8046719" y="3220278"/>
            <a:ext cx="3633747" cy="2592125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8000" b="1" spc="150" dirty="0">
                <a:solidFill>
                  <a:srgbClr val="FF0000"/>
                </a:solidFill>
              </a:rPr>
              <a:t>3078</a:t>
            </a:r>
          </a:p>
        </p:txBody>
      </p:sp>
    </p:spTree>
    <p:extLst>
      <p:ext uri="{BB962C8B-B14F-4D97-AF65-F5344CB8AC3E}">
        <p14:creationId xmlns:p14="http://schemas.microsoft.com/office/powerpoint/2010/main" val="211837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F4B81-5343-5F72-4CC8-02F3FA0F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44" y="543687"/>
            <a:ext cx="9756112" cy="1046868"/>
          </a:xfrm>
        </p:spPr>
        <p:txBody>
          <a:bodyPr anchor="ctr">
            <a:normAutofit/>
          </a:bodyPr>
          <a:lstStyle/>
          <a:p>
            <a:pPr algn="ctr"/>
            <a:r>
              <a:rPr lang="ru-RU" dirty="0"/>
              <a:t>Анализ пользователей</a:t>
            </a:r>
            <a:endParaRPr lang="ru-RU"/>
          </a:p>
        </p:txBody>
      </p:sp>
      <p:graphicFrame>
        <p:nvGraphicFramePr>
          <p:cNvPr id="21" name="Объект 20">
            <a:extLst>
              <a:ext uri="{FF2B5EF4-FFF2-40B4-BE49-F238E27FC236}">
                <a16:creationId xmlns:a16="http://schemas.microsoft.com/office/drawing/2014/main" id="{81E2D22B-3093-5727-5B66-EAA42CD53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271441"/>
              </p:ext>
            </p:extLst>
          </p:nvPr>
        </p:nvGraphicFramePr>
        <p:xfrm>
          <a:off x="4419600" y="2184401"/>
          <a:ext cx="6908799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E1BB65-652B-A5AF-E6EF-C97CE63E9662}"/>
              </a:ext>
            </a:extLst>
          </p:cNvPr>
          <p:cNvSpPr txBox="1"/>
          <p:nvPr/>
        </p:nvSpPr>
        <p:spPr>
          <a:xfrm>
            <a:off x="601133" y="2404534"/>
            <a:ext cx="353906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Скачок роста игроков: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Январь 2023 </a:t>
            </a:r>
            <a:r>
              <a:rPr lang="ru-RU" sz="2000" b="1" dirty="0">
                <a:solidFill>
                  <a:srgbClr val="00B050"/>
                </a:solidFill>
              </a:rPr>
              <a:t>+62,7%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Март 2023 </a:t>
            </a:r>
            <a:r>
              <a:rPr lang="ru-RU" sz="2000" b="1" dirty="0">
                <a:solidFill>
                  <a:srgbClr val="00B050"/>
                </a:solidFill>
              </a:rPr>
              <a:t>+48,7%</a:t>
            </a:r>
          </a:p>
        </p:txBody>
      </p:sp>
      <p:pic>
        <p:nvPicPr>
          <p:cNvPr id="5" name="Рисунок 4" descr="Тенденция к повышению со сплошной заливкой">
            <a:extLst>
              <a:ext uri="{FF2B5EF4-FFF2-40B4-BE49-F238E27FC236}">
                <a16:creationId xmlns:a16="http://schemas.microsoft.com/office/drawing/2014/main" id="{E8131109-E4C3-2122-4AB0-AD2FEFA5FE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133" y="3625111"/>
            <a:ext cx="2379134" cy="237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2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9308B5-ADFC-E123-B1FE-74D02933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045" y="1346200"/>
            <a:ext cx="5624118" cy="32845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Анализ </a:t>
            </a: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игровых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сессий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8" name="Graphic 7" descr="Флажок">
            <a:extLst>
              <a:ext uri="{FF2B5EF4-FFF2-40B4-BE49-F238E27FC236}">
                <a16:creationId xmlns:a16="http://schemas.microsoft.com/office/drawing/2014/main" id="{A0D9C6A7-2513-0E39-4252-2042742C2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571" y="1794394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37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DF576-CC74-A02F-0175-3F4BA8F7E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/>
              <a:t>Игровые сессии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66406-F529-9690-E7CF-6181D886B600}"/>
              </a:ext>
            </a:extLst>
          </p:cNvPr>
          <p:cNvSpPr txBox="1"/>
          <p:nvPr/>
        </p:nvSpPr>
        <p:spPr>
          <a:xfrm>
            <a:off x="726440" y="3429000"/>
            <a:ext cx="49699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Всего игровых сессий:</a:t>
            </a:r>
          </a:p>
          <a:p>
            <a:endParaRPr lang="ru-RU" dirty="0"/>
          </a:p>
          <a:p>
            <a:pPr algn="ctr"/>
            <a:r>
              <a:rPr lang="ru-RU" sz="8800" b="1" dirty="0"/>
              <a:t>27161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D12ED-1AC7-A6CC-182A-8FBA2672359F}"/>
              </a:ext>
            </a:extLst>
          </p:cNvPr>
          <p:cNvSpPr txBox="1"/>
          <p:nvPr/>
        </p:nvSpPr>
        <p:spPr>
          <a:xfrm>
            <a:off x="6305525" y="3429000"/>
            <a:ext cx="49699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Игровые сессии «более 5 минут»:</a:t>
            </a:r>
          </a:p>
          <a:p>
            <a:endParaRPr lang="ru-RU" dirty="0"/>
          </a:p>
          <a:p>
            <a:pPr algn="ctr"/>
            <a:r>
              <a:rPr lang="ru-RU" sz="8800" b="1" dirty="0">
                <a:solidFill>
                  <a:srgbClr val="00B050"/>
                </a:solidFill>
              </a:rPr>
              <a:t>19357</a:t>
            </a:r>
          </a:p>
        </p:txBody>
      </p:sp>
    </p:spTree>
    <p:extLst>
      <p:ext uri="{BB962C8B-B14F-4D97-AF65-F5344CB8AC3E}">
        <p14:creationId xmlns:p14="http://schemas.microsoft.com/office/powerpoint/2010/main" val="3612619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E0B9B53-ACB5-AE74-8201-473CA776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ru-RU" dirty="0"/>
              <a:t>Динамика игровых сессий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E1C09578-B864-2C0E-7EC8-4EE917855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499735"/>
              </p:ext>
            </p:extLst>
          </p:nvPr>
        </p:nvGraphicFramePr>
        <p:xfrm>
          <a:off x="118533" y="2363788"/>
          <a:ext cx="8509000" cy="4051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D12D004-C0B8-0743-654C-3F6B402F8EF9}"/>
              </a:ext>
            </a:extLst>
          </p:cNvPr>
          <p:cNvSpPr txBox="1"/>
          <p:nvPr/>
        </p:nvSpPr>
        <p:spPr>
          <a:xfrm>
            <a:off x="8771467" y="2363788"/>
            <a:ext cx="330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Январь 2023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70C0"/>
                </a:solidFill>
              </a:rPr>
              <a:t>Все сессии</a:t>
            </a:r>
            <a:r>
              <a:rPr lang="ru-RU" b="1" dirty="0">
                <a:solidFill>
                  <a:srgbClr val="0070C0"/>
                </a:solidFill>
              </a:rPr>
              <a:t>    </a:t>
            </a:r>
            <a:r>
              <a:rPr lang="ru-RU" b="1" dirty="0">
                <a:solidFill>
                  <a:srgbClr val="00B050"/>
                </a:solidFill>
              </a:rPr>
              <a:t>+70,8%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E86718"/>
                </a:solidFill>
              </a:rPr>
              <a:t>Более 5 мин  </a:t>
            </a:r>
            <a:r>
              <a:rPr lang="ru-RU" b="1" dirty="0">
                <a:solidFill>
                  <a:srgbClr val="00B050"/>
                </a:solidFill>
              </a:rPr>
              <a:t>+60,3%</a:t>
            </a:r>
          </a:p>
          <a:p>
            <a:endParaRPr lang="ru-RU" b="1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Март 2023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70C0"/>
                </a:solidFill>
              </a:rPr>
              <a:t>Все сессии</a:t>
            </a:r>
            <a:r>
              <a:rPr lang="ru-RU" b="1" dirty="0">
                <a:solidFill>
                  <a:srgbClr val="0070C0"/>
                </a:solidFill>
              </a:rPr>
              <a:t>   </a:t>
            </a:r>
            <a:r>
              <a:rPr lang="ru-RU" b="1" dirty="0">
                <a:solidFill>
                  <a:srgbClr val="00B050"/>
                </a:solidFill>
              </a:rPr>
              <a:t>+159,4%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E86718"/>
                </a:solidFill>
              </a:rPr>
              <a:t>Более 5 мин </a:t>
            </a:r>
            <a:r>
              <a:rPr lang="ru-RU" b="1" dirty="0">
                <a:solidFill>
                  <a:srgbClr val="00B050"/>
                </a:solidFill>
              </a:rPr>
              <a:t>+190,03%     </a:t>
            </a:r>
          </a:p>
        </p:txBody>
      </p:sp>
    </p:spTree>
    <p:extLst>
      <p:ext uri="{BB962C8B-B14F-4D97-AF65-F5344CB8AC3E}">
        <p14:creationId xmlns:p14="http://schemas.microsoft.com/office/powerpoint/2010/main" val="279817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99719-7EE5-8E99-7120-FE4CAC2F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/>
              <a:t>Динамика доли «длинных сессий»</a:t>
            </a:r>
            <a:endParaRPr lang="ru-RU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44EF3D62-5C8F-9D7F-327E-B8A26BCF1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3414330"/>
              </p:ext>
            </p:extLst>
          </p:nvPr>
        </p:nvGraphicFramePr>
        <p:xfrm>
          <a:off x="914400" y="2312988"/>
          <a:ext cx="10566400" cy="4257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306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3BD3B-396F-4BB2-E276-921BD5131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ru-RU" sz="3000"/>
              <a:t>Среднее время проведенное в игре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F3F1A33-3D2F-6ECF-FEB9-23C9ABCE1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016100"/>
              </p:ext>
            </p:extLst>
          </p:nvPr>
        </p:nvGraphicFramePr>
        <p:xfrm>
          <a:off x="1896533" y="2312988"/>
          <a:ext cx="8793691" cy="3630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595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07536-6F8D-201F-D4D0-F906B91D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ru-RU"/>
              <a:t>Самые вовлеченные игроки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4AE9EA0-D186-2EE8-119B-9BF5C2057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2550176"/>
              </p:ext>
            </p:extLst>
          </p:nvPr>
        </p:nvGraphicFramePr>
        <p:xfrm>
          <a:off x="1896533" y="2312988"/>
          <a:ext cx="8793691" cy="366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290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374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3C85561-90D2-4AFA-B2C5-F2D61D86C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37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D1D99-9DA8-8F5A-B482-22908203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1" y="1346268"/>
            <a:ext cx="5274860" cy="306670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Анализ </a:t>
            </a:r>
            <a:r>
              <a:rPr lang="en-US" sz="4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приглашенных</a:t>
            </a:r>
            <a:r>
              <a:rPr 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пользователей</a:t>
            </a:r>
          </a:p>
        </p:txBody>
      </p:sp>
      <p:pic>
        <p:nvPicPr>
          <p:cNvPr id="37" name="Graphic 36" descr="Пользователи">
            <a:extLst>
              <a:ext uri="{FF2B5EF4-FFF2-40B4-BE49-F238E27FC236}">
                <a16:creationId xmlns:a16="http://schemas.microsoft.com/office/drawing/2014/main" id="{19D2797D-F39C-F844-A1DF-65A1E893A1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3677" y="1818860"/>
            <a:ext cx="3220279" cy="32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4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F0A34-533C-D357-7DDD-A317869BE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66598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ru-RU" dirty="0"/>
              <a:t>Метрики Реферальной (партнёрской)</a:t>
            </a:r>
            <a:br>
              <a:rPr lang="ru-RU" dirty="0"/>
            </a:br>
            <a:r>
              <a:rPr lang="ru-RU" dirty="0"/>
              <a:t>системы </a:t>
            </a:r>
            <a:br>
              <a:rPr lang="ru-RU" b="0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7EA0479-6117-551F-FFB3-1DDD14BE6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62045"/>
              </p:ext>
            </p:extLst>
          </p:nvPr>
        </p:nvGraphicFramePr>
        <p:xfrm>
          <a:off x="1920875" y="1787489"/>
          <a:ext cx="8769350" cy="5070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5599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B46F5-E363-755E-5C02-DC69C5C5E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ru-RU" dirty="0"/>
              <a:t>Самые эффективные участники реферальной программы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92ABF59-BE23-5B47-35AA-EDD8B6FB3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373471"/>
              </p:ext>
            </p:extLst>
          </p:nvPr>
        </p:nvGraphicFramePr>
        <p:xfrm>
          <a:off x="142241" y="2312988"/>
          <a:ext cx="5831840" cy="4382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F444534F-5671-C9BA-3B22-5EFE901EE7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8671445"/>
              </p:ext>
            </p:extLst>
          </p:nvPr>
        </p:nvGraphicFramePr>
        <p:xfrm>
          <a:off x="5974081" y="2312988"/>
          <a:ext cx="6080760" cy="4382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48724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9151E1E-8795-4F71-7718-0A575096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045" y="1346200"/>
            <a:ext cx="5624118" cy="32845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Анализ </a:t>
            </a: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ошибок</a:t>
            </a: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и битых записей игры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" name="Graphic 9" descr="Контур значка воспроизведения">
            <a:extLst>
              <a:ext uri="{FF2B5EF4-FFF2-40B4-BE49-F238E27FC236}">
                <a16:creationId xmlns:a16="http://schemas.microsoft.com/office/drawing/2014/main" id="{0A120769-543E-FB36-6EF9-0C74D2387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571" y="1794394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1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CA69A-E8E0-CB11-A77D-63B485BA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2913"/>
            <a:ext cx="10540999" cy="1741544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/>
            <a:r>
              <a:rPr lang="en-US" dirty="0"/>
              <a:t>Технические ошибки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D8D53-496A-92C7-24B1-2774ADA3764C}"/>
              </a:ext>
            </a:extLst>
          </p:cNvPr>
          <p:cNvSpPr txBox="1"/>
          <p:nvPr/>
        </p:nvSpPr>
        <p:spPr>
          <a:xfrm>
            <a:off x="914401" y="2312988"/>
            <a:ext cx="5136092" cy="3651250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Всего «битых» записей в игре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54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76008-E2A3-3F7F-A136-74BD9A35E1E3}"/>
              </a:ext>
            </a:extLst>
          </p:cNvPr>
          <p:cNvSpPr txBox="1"/>
          <p:nvPr/>
        </p:nvSpPr>
        <p:spPr>
          <a:xfrm>
            <a:off x="6951133" y="4343400"/>
            <a:ext cx="45042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Доля «битых» записей </a:t>
            </a:r>
            <a:endParaRPr lang="ru-RU"/>
          </a:p>
          <a:p>
            <a:pPr>
              <a:spcAft>
                <a:spcPts val="600"/>
              </a:spcAft>
            </a:pPr>
            <a:endParaRPr lang="ru-RU"/>
          </a:p>
          <a:p>
            <a:pPr algn="ctr">
              <a:spcAft>
                <a:spcPts val="600"/>
              </a:spcAft>
            </a:pPr>
            <a:r>
              <a:rPr lang="ru-RU" sz="6600" b="1" dirty="0">
                <a:solidFill>
                  <a:srgbClr val="FF0000"/>
                </a:solidFill>
              </a:rPr>
              <a:t>12%</a:t>
            </a:r>
            <a:endParaRPr lang="ru-RU" sz="6600" b="1">
              <a:solidFill>
                <a:srgbClr val="FF0000"/>
              </a:solidFill>
            </a:endParaRPr>
          </a:p>
        </p:txBody>
      </p:sp>
      <p:pic>
        <p:nvPicPr>
          <p:cNvPr id="7" name="Рисунок 6" descr="Ежедневник со сплошной заливкой">
            <a:extLst>
              <a:ext uri="{FF2B5EF4-FFF2-40B4-BE49-F238E27FC236}">
                <a16:creationId xmlns:a16="http://schemas.microsoft.com/office/drawing/2014/main" id="{5D75DA9E-0A88-B8F0-D5EB-396594227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58640" y="2971800"/>
            <a:ext cx="2987040" cy="29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34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C90D5-8CD1-1387-0DBF-53CEB8F1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Структура ошибок по типам девайса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122A43D-22ED-7C9A-25AD-09E8CCC5D9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US" sz="3200" b="1" dirty="0"/>
              <a:t>iOS</a:t>
            </a:r>
          </a:p>
          <a:p>
            <a:r>
              <a:rPr lang="en-US" b="1" dirty="0">
                <a:solidFill>
                  <a:srgbClr val="FF0000"/>
                </a:solidFill>
              </a:rPr>
              <a:t>18</a:t>
            </a:r>
            <a:r>
              <a:rPr lang="ru-RU" b="1" dirty="0">
                <a:solidFill>
                  <a:srgbClr val="FF0000"/>
                </a:solidFill>
              </a:rPr>
              <a:t>,9% </a:t>
            </a:r>
            <a:r>
              <a:rPr lang="ru-RU" dirty="0"/>
              <a:t>от общего числа сессий</a:t>
            </a:r>
          </a:p>
          <a:p>
            <a:r>
              <a:rPr lang="ru-RU" b="1" dirty="0">
                <a:solidFill>
                  <a:srgbClr val="FF0000"/>
                </a:solidFill>
              </a:rPr>
              <a:t>97,6%</a:t>
            </a:r>
            <a:r>
              <a:rPr lang="ru-RU" dirty="0"/>
              <a:t> от общего числа ошибок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4FF0A6-498A-F00E-37B1-D43A0BB0FD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US" sz="3200" b="1" dirty="0"/>
              <a:t>Android</a:t>
            </a:r>
            <a:endParaRPr lang="ru-RU" sz="3200" b="1" dirty="0"/>
          </a:p>
          <a:p>
            <a:r>
              <a:rPr lang="ru-RU" b="1" dirty="0">
                <a:solidFill>
                  <a:srgbClr val="FF0000"/>
                </a:solidFill>
              </a:rPr>
              <a:t>0,75%</a:t>
            </a:r>
            <a:r>
              <a:rPr lang="ru-RU" dirty="0"/>
              <a:t> от общего числа сессий</a:t>
            </a:r>
          </a:p>
          <a:p>
            <a:r>
              <a:rPr lang="ru-RU" b="1" dirty="0">
                <a:solidFill>
                  <a:srgbClr val="FF0000"/>
                </a:solidFill>
              </a:rPr>
              <a:t>2,39%</a:t>
            </a:r>
            <a:r>
              <a:rPr lang="ru-RU" dirty="0"/>
              <a:t> от общего числа ошибок</a:t>
            </a:r>
          </a:p>
        </p:txBody>
      </p:sp>
    </p:spTree>
    <p:extLst>
      <p:ext uri="{BB962C8B-B14F-4D97-AF65-F5344CB8AC3E}">
        <p14:creationId xmlns:p14="http://schemas.microsoft.com/office/powerpoint/2010/main" val="1227473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54C89C-373F-47FC-BB73-6842E569C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47063A7-93DF-9963-83B4-E0DBD32B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2963" y="1314450"/>
            <a:ext cx="3213279" cy="42291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Выводы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F100C7F-5272-46AB-9FC7-E66059915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28027" cy="6858000"/>
          </a:xfrm>
          <a:custGeom>
            <a:avLst/>
            <a:gdLst>
              <a:gd name="connsiteX0" fmla="*/ 0 w 7128027"/>
              <a:gd name="connsiteY0" fmla="*/ 0 h 6858000"/>
              <a:gd name="connsiteX1" fmla="*/ 333951 w 7128027"/>
              <a:gd name="connsiteY1" fmla="*/ 0 h 6858000"/>
              <a:gd name="connsiteX2" fmla="*/ 1220030 w 7128027"/>
              <a:gd name="connsiteY2" fmla="*/ 0 h 6858000"/>
              <a:gd name="connsiteX3" fmla="*/ 1345471 w 7128027"/>
              <a:gd name="connsiteY3" fmla="*/ 0 h 6858000"/>
              <a:gd name="connsiteX4" fmla="*/ 2838612 w 7128027"/>
              <a:gd name="connsiteY4" fmla="*/ 0 h 6858000"/>
              <a:gd name="connsiteX5" fmla="*/ 5505004 w 7128027"/>
              <a:gd name="connsiteY5" fmla="*/ 0 h 6858000"/>
              <a:gd name="connsiteX6" fmla="*/ 5527128 w 7128027"/>
              <a:gd name="connsiteY6" fmla="*/ 14997 h 6858000"/>
              <a:gd name="connsiteX7" fmla="*/ 7128027 w 7128027"/>
              <a:gd name="connsiteY7" fmla="*/ 3621656 h 6858000"/>
              <a:gd name="connsiteX8" fmla="*/ 5253677 w 7128027"/>
              <a:gd name="connsiteY8" fmla="*/ 6374814 h 6858000"/>
              <a:gd name="connsiteX9" fmla="*/ 4737029 w 7128027"/>
              <a:gd name="connsiteY9" fmla="*/ 6780599 h 6858000"/>
              <a:gd name="connsiteX10" fmla="*/ 4625273 w 7128027"/>
              <a:gd name="connsiteY10" fmla="*/ 6858000 h 6858000"/>
              <a:gd name="connsiteX11" fmla="*/ 2838612 w 7128027"/>
              <a:gd name="connsiteY11" fmla="*/ 6858000 h 6858000"/>
              <a:gd name="connsiteX12" fmla="*/ 1220030 w 7128027"/>
              <a:gd name="connsiteY12" fmla="*/ 6858000 h 6858000"/>
              <a:gd name="connsiteX13" fmla="*/ 1037077 w 7128027"/>
              <a:gd name="connsiteY13" fmla="*/ 6858000 h 6858000"/>
              <a:gd name="connsiteX14" fmla="*/ 333951 w 7128027"/>
              <a:gd name="connsiteY14" fmla="*/ 6858000 h 6858000"/>
              <a:gd name="connsiteX15" fmla="*/ 0 w 7128027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28027" h="6858000">
                <a:moveTo>
                  <a:pt x="0" y="0"/>
                </a:moveTo>
                <a:lnTo>
                  <a:pt x="333951" y="0"/>
                </a:lnTo>
                <a:lnTo>
                  <a:pt x="1220030" y="0"/>
                </a:lnTo>
                <a:lnTo>
                  <a:pt x="1345471" y="0"/>
                </a:lnTo>
                <a:lnTo>
                  <a:pt x="2838612" y="0"/>
                </a:lnTo>
                <a:lnTo>
                  <a:pt x="5505004" y="0"/>
                </a:lnTo>
                <a:lnTo>
                  <a:pt x="5527128" y="14997"/>
                </a:lnTo>
                <a:cubicBezTo>
                  <a:pt x="6554291" y="754641"/>
                  <a:pt x="7128027" y="2093192"/>
                  <a:pt x="7128027" y="3621656"/>
                </a:cubicBezTo>
                <a:cubicBezTo>
                  <a:pt x="7128027" y="4969131"/>
                  <a:pt x="6199302" y="5602839"/>
                  <a:pt x="5253677" y="6374814"/>
                </a:cubicBezTo>
                <a:cubicBezTo>
                  <a:pt x="5081474" y="6515397"/>
                  <a:pt x="4910847" y="6653108"/>
                  <a:pt x="4737029" y="6780599"/>
                </a:cubicBezTo>
                <a:lnTo>
                  <a:pt x="4625273" y="6858000"/>
                </a:lnTo>
                <a:lnTo>
                  <a:pt x="2838612" y="6858000"/>
                </a:lnTo>
                <a:lnTo>
                  <a:pt x="1220030" y="6858000"/>
                </a:lnTo>
                <a:lnTo>
                  <a:pt x="1037077" y="6858000"/>
                </a:lnTo>
                <a:lnTo>
                  <a:pt x="3339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4FEA6D5-DF59-4E15-B19F-159D0588B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57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6C8C9E5-F937-44A5-A519-EA719F03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5713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0D25548A-F19C-B101-FEAE-B3ECD355D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748986"/>
              </p:ext>
            </p:extLst>
          </p:nvPr>
        </p:nvGraphicFramePr>
        <p:xfrm>
          <a:off x="298017" y="942976"/>
          <a:ext cx="6105526" cy="4867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9846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0E0FAE9-0359-78A6-D6B9-598C7CEC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607" y="3912041"/>
            <a:ext cx="8394306" cy="139605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Маркетинговый</a:t>
            </a: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анализ</a:t>
            </a:r>
            <a:endParaRPr lang="en-US" sz="4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Graphic 8" descr="Диагностический">
            <a:extLst>
              <a:ext uri="{FF2B5EF4-FFF2-40B4-BE49-F238E27FC236}">
                <a16:creationId xmlns:a16="http://schemas.microsoft.com/office/drawing/2014/main" id="{8B1C316B-0716-7C2B-32F1-7E458BA1B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3319" y="821665"/>
            <a:ext cx="2946903" cy="294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8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374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3C85561-90D2-4AFA-B2C5-F2D61D86C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37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250AC76-9977-B08D-9FFB-4EAB54D07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1" y="1346268"/>
            <a:ext cx="5274860" cy="306670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Акция в марте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234C697-5B3D-754E-5297-C55B76DB8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1212" y="4412974"/>
            <a:ext cx="4770217" cy="1576188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20000"/>
              </a:lnSpc>
              <a:spcBef>
                <a:spcPts val="930"/>
              </a:spcBef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марте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2023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года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маркетинг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провёл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акцию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чем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чаще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игрок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заходил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в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игру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тем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больше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получал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бесплатных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кристаллов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Акция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шла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первые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3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недели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марта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pic>
        <p:nvPicPr>
          <p:cNvPr id="9" name="Graphic 8" descr="Телевизор">
            <a:extLst>
              <a:ext uri="{FF2B5EF4-FFF2-40B4-BE49-F238E27FC236}">
                <a16:creationId xmlns:a16="http://schemas.microsoft.com/office/drawing/2014/main" id="{7BC3CADD-A856-ED15-41E4-00AE9F7F6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3677" y="1818860"/>
            <a:ext cx="3220279" cy="32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15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22EE8B3-5934-035B-B037-1E5FF3D6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MAU / WAU / DAU</a:t>
            </a:r>
            <a:endParaRPr lang="ru-RU" dirty="0"/>
          </a:p>
        </p:txBody>
      </p:sp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B1EC5829-2321-CFD0-A145-6D5E0C715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686893"/>
              </p:ext>
            </p:extLst>
          </p:nvPr>
        </p:nvGraphicFramePr>
        <p:xfrm>
          <a:off x="213360" y="2312988"/>
          <a:ext cx="11684000" cy="4545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4029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A2768-E360-57C8-4FCF-C2D33C10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Sticky Factor</a:t>
            </a:r>
            <a:endParaRPr lang="ru-RU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A278257B-5456-4C99-D78C-050035164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4859847"/>
              </p:ext>
            </p:extLst>
          </p:nvPr>
        </p:nvGraphicFramePr>
        <p:xfrm>
          <a:off x="162560" y="2312988"/>
          <a:ext cx="11866880" cy="4545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9578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37062-59BE-CBBF-BA74-711AFFCB5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824" y="255894"/>
            <a:ext cx="6665976" cy="1495480"/>
          </a:xfrm>
        </p:spPr>
        <p:txBody>
          <a:bodyPr anchor="ctr"/>
          <a:lstStyle/>
          <a:p>
            <a:pPr algn="ctr"/>
            <a:r>
              <a:rPr lang="ru-RU" dirty="0"/>
              <a:t>Выводы</a:t>
            </a:r>
          </a:p>
        </p:txBody>
      </p:sp>
      <p:graphicFrame>
        <p:nvGraphicFramePr>
          <p:cNvPr id="6" name="Текст 3">
            <a:extLst>
              <a:ext uri="{FF2B5EF4-FFF2-40B4-BE49-F238E27FC236}">
                <a16:creationId xmlns:a16="http://schemas.microsoft.com/office/drawing/2014/main" id="{28967E55-EC19-FAC2-63A9-327EE0C1CF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0647014"/>
              </p:ext>
            </p:extLst>
          </p:nvPr>
        </p:nvGraphicFramePr>
        <p:xfrm>
          <a:off x="1496060" y="1307662"/>
          <a:ext cx="9239503" cy="5431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7209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AF757-5B9B-5F4E-1753-3617C223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011" y="0"/>
            <a:ext cx="6665976" cy="1083734"/>
          </a:xfrm>
        </p:spPr>
        <p:txBody>
          <a:bodyPr/>
          <a:lstStyle/>
          <a:p>
            <a:pPr algn="ctr"/>
            <a:r>
              <a:rPr lang="ru-RU" dirty="0"/>
              <a:t>Рекомендации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A03C24A5-133E-14D9-E41B-D297E2A1A5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505054"/>
              </p:ext>
            </p:extLst>
          </p:nvPr>
        </p:nvGraphicFramePr>
        <p:xfrm>
          <a:off x="1210733" y="1100667"/>
          <a:ext cx="9770533" cy="5291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2128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5FA10D6-D101-E271-E211-A66E94B68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607" y="3912041"/>
            <a:ext cx="8394306" cy="139605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Финансовый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анализ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Graphic 7" descr="Bar chart">
            <a:extLst>
              <a:ext uri="{FF2B5EF4-FFF2-40B4-BE49-F238E27FC236}">
                <a16:creationId xmlns:a16="http://schemas.microsoft.com/office/drawing/2014/main" id="{FE244452-F9C2-824B-DFAD-B359DC1D1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3319" y="821665"/>
            <a:ext cx="2946903" cy="294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67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691C3-4D29-7FF1-48D7-6B85B646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/>
              <a:t>Основные показатели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254F16B8-498D-E263-0BE7-302B0DBAB4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6002149"/>
              </p:ext>
            </p:extLst>
          </p:nvPr>
        </p:nvGraphicFramePr>
        <p:xfrm>
          <a:off x="5475817" y="2497455"/>
          <a:ext cx="6284383" cy="3918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3405D-CC09-28D5-3A76-8729E62AFD5A}"/>
              </a:ext>
            </a:extLst>
          </p:cNvPr>
          <p:cNvSpPr txBox="1"/>
          <p:nvPr/>
        </p:nvSpPr>
        <p:spPr>
          <a:xfrm>
            <a:off x="1728893" y="2497455"/>
            <a:ext cx="418719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Суммарная выручка игры:</a:t>
            </a:r>
          </a:p>
          <a:p>
            <a:endParaRPr lang="ru-RU" b="1" dirty="0"/>
          </a:p>
          <a:p>
            <a:r>
              <a:rPr lang="ru-RU" sz="6600" b="1" dirty="0">
                <a:solidFill>
                  <a:srgbClr val="00B050"/>
                </a:solidFill>
              </a:rPr>
              <a:t>986 244</a:t>
            </a:r>
          </a:p>
        </p:txBody>
      </p:sp>
    </p:spTree>
    <p:extLst>
      <p:ext uri="{BB962C8B-B14F-4D97-AF65-F5344CB8AC3E}">
        <p14:creationId xmlns:p14="http://schemas.microsoft.com/office/powerpoint/2010/main" val="2385697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0ACA6C3-F2FA-4894-85C1-9FA605104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6922BA5-6683-4195-97C3-F3D2A0BB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026626" y="-5026319"/>
            <a:ext cx="2138900" cy="12191541"/>
          </a:xfrm>
          <a:custGeom>
            <a:avLst/>
            <a:gdLst>
              <a:gd name="connsiteX0" fmla="*/ 0 w 2382867"/>
              <a:gd name="connsiteY0" fmla="*/ 12191541 h 12191541"/>
              <a:gd name="connsiteX1" fmla="*/ 0 w 2382867"/>
              <a:gd name="connsiteY1" fmla="*/ 0 h 12191541"/>
              <a:gd name="connsiteX2" fmla="*/ 1758230 w 2382867"/>
              <a:gd name="connsiteY2" fmla="*/ 0 h 12191541"/>
              <a:gd name="connsiteX3" fmla="*/ 1849759 w 2382867"/>
              <a:gd name="connsiteY3" fmla="*/ 405062 h 12191541"/>
              <a:gd name="connsiteX4" fmla="*/ 2382867 w 2382867"/>
              <a:gd name="connsiteY4" fmla="*/ 6524518 h 12191541"/>
              <a:gd name="connsiteX5" fmla="*/ 1334945 w 2382867"/>
              <a:gd name="connsiteY5" fmla="*/ 12017007 h 12191541"/>
              <a:gd name="connsiteX6" fmla="*/ 1268170 w 2382867"/>
              <a:gd name="connsiteY6" fmla="*/ 12191541 h 1219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867" h="12191541">
                <a:moveTo>
                  <a:pt x="0" y="12191541"/>
                </a:moveTo>
                <a:lnTo>
                  <a:pt x="0" y="0"/>
                </a:lnTo>
                <a:lnTo>
                  <a:pt x="1758230" y="0"/>
                </a:lnTo>
                <a:lnTo>
                  <a:pt x="1849759" y="405062"/>
                </a:lnTo>
                <a:cubicBezTo>
                  <a:pt x="2196195" y="2048010"/>
                  <a:pt x="2382867" y="4186399"/>
                  <a:pt x="2382867" y="6524518"/>
                </a:cubicBezTo>
                <a:cubicBezTo>
                  <a:pt x="2382867" y="9147937"/>
                  <a:pt x="1893395" y="10555417"/>
                  <a:pt x="1334945" y="12017007"/>
                </a:cubicBezTo>
                <a:lnTo>
                  <a:pt x="1268170" y="12191541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59169C9-0DBE-4B66-9C16-22A64324A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27211" y="-4339476"/>
            <a:ext cx="1137882" cy="12191694"/>
          </a:xfrm>
          <a:custGeom>
            <a:avLst/>
            <a:gdLst>
              <a:gd name="connsiteX0" fmla="*/ 0 w 1240954"/>
              <a:gd name="connsiteY0" fmla="*/ 12191694 h 12191694"/>
              <a:gd name="connsiteX1" fmla="*/ 72823 w 1240954"/>
              <a:gd name="connsiteY1" fmla="*/ 12017158 h 12191694"/>
              <a:gd name="connsiteX2" fmla="*/ 1215669 w 1240954"/>
              <a:gd name="connsiteY2" fmla="*/ 6524669 h 12191694"/>
              <a:gd name="connsiteX3" fmla="*/ 634271 w 1240954"/>
              <a:gd name="connsiteY3" fmla="*/ 405211 h 12191694"/>
              <a:gd name="connsiteX4" fmla="*/ 534414 w 1240954"/>
              <a:gd name="connsiteY4" fmla="*/ 0 h 12191694"/>
              <a:gd name="connsiteX5" fmla="*/ 559698 w 1240954"/>
              <a:gd name="connsiteY5" fmla="*/ 0 h 12191694"/>
              <a:gd name="connsiteX6" fmla="*/ 659555 w 1240954"/>
              <a:gd name="connsiteY6" fmla="*/ 405211 h 12191694"/>
              <a:gd name="connsiteX7" fmla="*/ 1240954 w 1240954"/>
              <a:gd name="connsiteY7" fmla="*/ 6524669 h 12191694"/>
              <a:gd name="connsiteX8" fmla="*/ 98108 w 1240954"/>
              <a:gd name="connsiteY8" fmla="*/ 12017158 h 12191694"/>
              <a:gd name="connsiteX9" fmla="*/ 25285 w 1240954"/>
              <a:gd name="connsiteY9" fmla="*/ 12191694 h 1219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0954" h="12191694">
                <a:moveTo>
                  <a:pt x="0" y="12191694"/>
                </a:moveTo>
                <a:lnTo>
                  <a:pt x="72823" y="12017158"/>
                </a:lnTo>
                <a:cubicBezTo>
                  <a:pt x="681859" y="10555569"/>
                  <a:pt x="1215669" y="9148088"/>
                  <a:pt x="1215669" y="6524669"/>
                </a:cubicBezTo>
                <a:cubicBezTo>
                  <a:pt x="1215670" y="4186551"/>
                  <a:pt x="1012087" y="2048160"/>
                  <a:pt x="634271" y="405211"/>
                </a:cubicBezTo>
                <a:lnTo>
                  <a:pt x="534414" y="0"/>
                </a:lnTo>
                <a:lnTo>
                  <a:pt x="559698" y="0"/>
                </a:lnTo>
                <a:lnTo>
                  <a:pt x="659555" y="405211"/>
                </a:lnTo>
                <a:cubicBezTo>
                  <a:pt x="1037372" y="2048160"/>
                  <a:pt x="1240954" y="4186551"/>
                  <a:pt x="1240954" y="6524669"/>
                </a:cubicBezTo>
                <a:cubicBezTo>
                  <a:pt x="1240954" y="9148088"/>
                  <a:pt x="707144" y="10555569"/>
                  <a:pt x="98108" y="12017158"/>
                </a:cubicBezTo>
                <a:lnTo>
                  <a:pt x="25285" y="121916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B3F199E-ECE2-BCCA-B525-8C5F7829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44" y="543687"/>
            <a:ext cx="9756112" cy="1046868"/>
          </a:xfrm>
        </p:spPr>
        <p:txBody>
          <a:bodyPr anchor="ctr">
            <a:normAutofit/>
          </a:bodyPr>
          <a:lstStyle/>
          <a:p>
            <a:pPr algn="ctr"/>
            <a:r>
              <a:rPr lang="ru-RU" dirty="0"/>
              <a:t>Динамика выручки по месяцам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0457BB4-CED7-4065-8959-D6B51491B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90529" y="-4583452"/>
            <a:ext cx="1011248" cy="12191695"/>
          </a:xfrm>
          <a:custGeom>
            <a:avLst/>
            <a:gdLst>
              <a:gd name="connsiteX0" fmla="*/ 0 w 1102849"/>
              <a:gd name="connsiteY0" fmla="*/ 12191695 h 12191695"/>
              <a:gd name="connsiteX1" fmla="*/ 65312 w 1102849"/>
              <a:gd name="connsiteY1" fmla="*/ 12017158 h 12191695"/>
              <a:gd name="connsiteX2" fmla="*/ 1090278 w 1102849"/>
              <a:gd name="connsiteY2" fmla="*/ 6524670 h 12191695"/>
              <a:gd name="connsiteX3" fmla="*/ 568848 w 1102849"/>
              <a:gd name="connsiteY3" fmla="*/ 405211 h 12191695"/>
              <a:gd name="connsiteX4" fmla="*/ 479291 w 1102849"/>
              <a:gd name="connsiteY4" fmla="*/ 0 h 12191695"/>
              <a:gd name="connsiteX5" fmla="*/ 491862 w 1102849"/>
              <a:gd name="connsiteY5" fmla="*/ 0 h 12191695"/>
              <a:gd name="connsiteX6" fmla="*/ 581419 w 1102849"/>
              <a:gd name="connsiteY6" fmla="*/ 405211 h 12191695"/>
              <a:gd name="connsiteX7" fmla="*/ 1102849 w 1102849"/>
              <a:gd name="connsiteY7" fmla="*/ 6524670 h 12191695"/>
              <a:gd name="connsiteX8" fmla="*/ 77883 w 1102849"/>
              <a:gd name="connsiteY8" fmla="*/ 12017158 h 12191695"/>
              <a:gd name="connsiteX9" fmla="*/ 12571 w 1102849"/>
              <a:gd name="connsiteY9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2849" h="12191695">
                <a:moveTo>
                  <a:pt x="0" y="12191695"/>
                </a:moveTo>
                <a:lnTo>
                  <a:pt x="65312" y="12017158"/>
                </a:lnTo>
                <a:cubicBezTo>
                  <a:pt x="611528" y="10555569"/>
                  <a:pt x="1090278" y="9148088"/>
                  <a:pt x="1090278" y="6524670"/>
                </a:cubicBezTo>
                <a:cubicBezTo>
                  <a:pt x="1090278" y="4186551"/>
                  <a:pt x="907694" y="2048159"/>
                  <a:pt x="568848" y="405211"/>
                </a:cubicBezTo>
                <a:lnTo>
                  <a:pt x="479291" y="0"/>
                </a:lnTo>
                <a:lnTo>
                  <a:pt x="491862" y="0"/>
                </a:lnTo>
                <a:lnTo>
                  <a:pt x="581419" y="405211"/>
                </a:lnTo>
                <a:cubicBezTo>
                  <a:pt x="920265" y="2048159"/>
                  <a:pt x="1102849" y="4186551"/>
                  <a:pt x="1102849" y="6524670"/>
                </a:cubicBezTo>
                <a:cubicBezTo>
                  <a:pt x="1102849" y="9148088"/>
                  <a:pt x="624099" y="10555569"/>
                  <a:pt x="77883" y="12017158"/>
                </a:cubicBezTo>
                <a:lnTo>
                  <a:pt x="12571" y="1219169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F63113EF-6A40-25FE-3484-E42066939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934318"/>
              </p:ext>
            </p:extLst>
          </p:nvPr>
        </p:nvGraphicFramePr>
        <p:xfrm>
          <a:off x="934720" y="1756370"/>
          <a:ext cx="10292080" cy="4857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83588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1A426-1AF7-D1A0-B395-C5532CEA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ru-RU" dirty="0"/>
              <a:t>Динамика выручки по типу продукта</a:t>
            </a:r>
          </a:p>
        </p:txBody>
      </p:sp>
      <p:graphicFrame>
        <p:nvGraphicFramePr>
          <p:cNvPr id="4" name="Объект 9">
            <a:extLst>
              <a:ext uri="{FF2B5EF4-FFF2-40B4-BE49-F238E27FC236}">
                <a16:creationId xmlns:a16="http://schemas.microsoft.com/office/drawing/2014/main" id="{80A2151F-DF99-B957-3F38-B49EB6EF0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349996"/>
              </p:ext>
            </p:extLst>
          </p:nvPr>
        </p:nvGraphicFramePr>
        <p:xfrm>
          <a:off x="670560" y="2312988"/>
          <a:ext cx="11135360" cy="4412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3885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DE963-BC95-D9DA-0DD3-052B37E8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/>
              <a:t>Анализ средних метрик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3A31CAE-728B-1666-6A61-AE119393A4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5714350"/>
              </p:ext>
            </p:extLst>
          </p:nvPr>
        </p:nvGraphicFramePr>
        <p:xfrm>
          <a:off x="1046480" y="2312988"/>
          <a:ext cx="10271760" cy="4382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8782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FF33748-E564-7556-EF12-B836C7E3B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Выводы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2EB57-4151-552E-A2DF-0BE6FEF495D2}"/>
              </a:ext>
            </a:extLst>
          </p:cNvPr>
          <p:cNvSpPr txBox="1"/>
          <p:nvPr/>
        </p:nvSpPr>
        <p:spPr>
          <a:xfrm>
            <a:off x="992519" y="2312988"/>
            <a:ext cx="5271804" cy="3651250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5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Увеличение стоимости с 1 января 2023 года привела: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500" spc="15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Снижению среднего количества покупок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Средняя цена незначительно выросла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За счет роста средней цены удалось достичь роста выручки в целом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Резкий рост марта обусловлен проведением маркетинговой акции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9" name="Picture 8" descr="Цветная диаграмма и графики">
            <a:extLst>
              <a:ext uri="{FF2B5EF4-FFF2-40B4-BE49-F238E27FC236}">
                <a16:creationId xmlns:a16="http://schemas.microsoft.com/office/drawing/2014/main" id="{BAAB94BD-7D3A-7C8E-E407-75BC4846AF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76" r="23673" b="-1"/>
          <a:stretch>
            <a:fillRect/>
          </a:stretch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50190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49699-17FF-BEDD-B4BB-3CFE6625D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/>
              <a:t>Когортный финансовый анализ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B264F30-20E7-80DA-74FC-0DCB2C59C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148459"/>
              </p:ext>
            </p:extLst>
          </p:nvPr>
        </p:nvGraphicFramePr>
        <p:xfrm>
          <a:off x="1388533" y="2312987"/>
          <a:ext cx="9922934" cy="4102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4375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C33E5-33D8-1878-A568-A9BFC32B0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3539152"/>
            <a:ext cx="8769350" cy="873824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 algn="ctr">
              <a:lnSpc>
                <a:spcPct val="120000"/>
              </a:lnSpc>
            </a:pPr>
            <a:r>
              <a:rPr lang="ru-RU" sz="2200" dirty="0"/>
              <a:t>Новая стратегия привлечения лояльных игроков (ноябрь – декабрь 2022) и среднее время игры</a:t>
            </a:r>
            <a:endParaRPr lang="en-US" sz="2200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719801E-A6E2-4F88-BB91-2A71DBC4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7831" y="502276"/>
            <a:ext cx="3607800" cy="295708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84FA090-1E51-4E96-AE7C-430E378B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4077" y="421418"/>
            <a:ext cx="3943847" cy="311773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689869E-ECC4-4D30-B2DF-C7DC3DD85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0566" y="341627"/>
            <a:ext cx="4205424" cy="330404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Graphic 10" descr="Секундомер">
            <a:extLst>
              <a:ext uri="{FF2B5EF4-FFF2-40B4-BE49-F238E27FC236}">
                <a16:creationId xmlns:a16="http://schemas.microsoft.com/office/drawing/2014/main" id="{E402F3BF-3D32-4609-05DD-F13EDFF06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4948" y="1149748"/>
            <a:ext cx="1622104" cy="1622104"/>
          </a:xfrm>
          <a:prstGeom prst="rect">
            <a:avLst/>
          </a:prstGeom>
        </p:spPr>
      </p:pic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9BE9CBA1-DC53-5A2D-3223-9FCCDE3EB9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1047312"/>
              </p:ext>
            </p:extLst>
          </p:nvPr>
        </p:nvGraphicFramePr>
        <p:xfrm>
          <a:off x="1920874" y="4412974"/>
          <a:ext cx="8932863" cy="1677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18627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CC700D5-9809-43F4-89D5-7DBBCB0DC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02296" y="1287887"/>
            <a:ext cx="4523890" cy="418719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7163242-6303-46DC-BAC1-2A204F06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51182" y="1382922"/>
            <a:ext cx="4174735" cy="394195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05C4C40-D70E-4C4F-B228-98A0A6132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00000" flipH="1">
            <a:off x="6733248" y="1097468"/>
            <a:ext cx="4908132" cy="461391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F6053F-7000-27D9-29EF-AC72D04C8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0501" y="1847596"/>
            <a:ext cx="3459760" cy="218639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3600" dirty="0"/>
              <a:t>K-factor игры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3EF99C-716C-1518-FC1A-82CC21587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95676" y="4033989"/>
            <a:ext cx="2929408" cy="892360"/>
          </a:xfrm>
        </p:spPr>
        <p:txBody>
          <a:bodyPr vert="horz" lIns="109728" tIns="109728" rIns="109728" bIns="91440" rtlCol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930"/>
              </a:spcBef>
            </a:pPr>
            <a:r>
              <a:rPr lang="en-US" sz="4000" b="1" dirty="0">
                <a:solidFill>
                  <a:srgbClr val="FF0000"/>
                </a:solidFill>
              </a:rPr>
              <a:t>0.92</a:t>
            </a:r>
          </a:p>
        </p:txBody>
      </p:sp>
      <p:pic>
        <p:nvPicPr>
          <p:cNvPr id="11" name="Рисунок 10" descr="Пандемик экспоненциальная кривая диаграмма со сплошной заливкой">
            <a:extLst>
              <a:ext uri="{FF2B5EF4-FFF2-40B4-BE49-F238E27FC236}">
                <a16:creationId xmlns:a16="http://schemas.microsoft.com/office/drawing/2014/main" id="{DE7477BF-D5A7-0E20-1EFF-332E91B8BA7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680" b="7680"/>
          <a:stretch>
            <a:fillRect/>
          </a:stretch>
        </p:blipFill>
        <p:spPr>
          <a:xfrm>
            <a:off x="979684" y="1337508"/>
            <a:ext cx="4943233" cy="418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49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8C16A14-FE39-C5C7-D403-624BC2D4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Прогноз будущей когорты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1E512-FBD4-75B5-6963-26BFA64B00DA}"/>
              </a:ext>
            </a:extLst>
          </p:cNvPr>
          <p:cNvSpPr txBox="1"/>
          <p:nvPr/>
        </p:nvSpPr>
        <p:spPr>
          <a:xfrm>
            <a:off x="1388533" y="3300690"/>
            <a:ext cx="3327400" cy="18466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/>
              <a:t>Средняя историческая когорта</a:t>
            </a:r>
          </a:p>
          <a:p>
            <a:pPr algn="ctr"/>
            <a:endParaRPr lang="ru-RU" dirty="0"/>
          </a:p>
          <a:p>
            <a:pPr algn="ctr"/>
            <a:r>
              <a:rPr lang="ru-RU" sz="6000" b="1" dirty="0"/>
              <a:t>342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2BFCA-627A-BC05-C6E6-3496047CA4BF}"/>
              </a:ext>
            </a:extLst>
          </p:cNvPr>
          <p:cNvSpPr txBox="1"/>
          <p:nvPr/>
        </p:nvSpPr>
        <p:spPr>
          <a:xfrm>
            <a:off x="7095067" y="3300690"/>
            <a:ext cx="39624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Прогноз</a:t>
            </a:r>
            <a:r>
              <a:rPr lang="en-US" dirty="0"/>
              <a:t> </a:t>
            </a:r>
            <a:r>
              <a:rPr lang="ru-RU" dirty="0"/>
              <a:t>когорты с учетом </a:t>
            </a:r>
            <a:r>
              <a:rPr lang="en-US" dirty="0"/>
              <a:t>K-factor</a:t>
            </a:r>
          </a:p>
          <a:p>
            <a:endParaRPr lang="en-US" dirty="0"/>
          </a:p>
          <a:p>
            <a:pPr algn="ctr"/>
            <a:r>
              <a:rPr lang="en-US" sz="6000" b="1" dirty="0">
                <a:solidFill>
                  <a:srgbClr val="FF0000"/>
                </a:solidFill>
              </a:rPr>
              <a:t>314</a:t>
            </a:r>
            <a:endParaRPr lang="ru-RU" sz="6000" b="1" dirty="0">
              <a:solidFill>
                <a:srgbClr val="FF0000"/>
              </a:solidFill>
            </a:endParaRPr>
          </a:p>
        </p:txBody>
      </p:sp>
      <p:pic>
        <p:nvPicPr>
          <p:cNvPr id="10" name="Рисунок 9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EB7BA7AC-480A-DE28-54A4-671CF070A7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667" y="3429000"/>
            <a:ext cx="20066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371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0ACA6C3-F2FA-4894-85C1-9FA605104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6922BA5-6683-4195-97C3-F3D2A0BB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026626" y="-5026319"/>
            <a:ext cx="2138900" cy="12191541"/>
          </a:xfrm>
          <a:custGeom>
            <a:avLst/>
            <a:gdLst>
              <a:gd name="connsiteX0" fmla="*/ 0 w 2382867"/>
              <a:gd name="connsiteY0" fmla="*/ 12191541 h 12191541"/>
              <a:gd name="connsiteX1" fmla="*/ 0 w 2382867"/>
              <a:gd name="connsiteY1" fmla="*/ 0 h 12191541"/>
              <a:gd name="connsiteX2" fmla="*/ 1758230 w 2382867"/>
              <a:gd name="connsiteY2" fmla="*/ 0 h 12191541"/>
              <a:gd name="connsiteX3" fmla="*/ 1849759 w 2382867"/>
              <a:gd name="connsiteY3" fmla="*/ 405062 h 12191541"/>
              <a:gd name="connsiteX4" fmla="*/ 2382867 w 2382867"/>
              <a:gd name="connsiteY4" fmla="*/ 6524518 h 12191541"/>
              <a:gd name="connsiteX5" fmla="*/ 1334945 w 2382867"/>
              <a:gd name="connsiteY5" fmla="*/ 12017007 h 12191541"/>
              <a:gd name="connsiteX6" fmla="*/ 1268170 w 2382867"/>
              <a:gd name="connsiteY6" fmla="*/ 12191541 h 1219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867" h="12191541">
                <a:moveTo>
                  <a:pt x="0" y="12191541"/>
                </a:moveTo>
                <a:lnTo>
                  <a:pt x="0" y="0"/>
                </a:lnTo>
                <a:lnTo>
                  <a:pt x="1758230" y="0"/>
                </a:lnTo>
                <a:lnTo>
                  <a:pt x="1849759" y="405062"/>
                </a:lnTo>
                <a:cubicBezTo>
                  <a:pt x="2196195" y="2048010"/>
                  <a:pt x="2382867" y="4186399"/>
                  <a:pt x="2382867" y="6524518"/>
                </a:cubicBezTo>
                <a:cubicBezTo>
                  <a:pt x="2382867" y="9147937"/>
                  <a:pt x="1893395" y="10555417"/>
                  <a:pt x="1334945" y="12017007"/>
                </a:cubicBezTo>
                <a:lnTo>
                  <a:pt x="1268170" y="12191541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59169C9-0DBE-4B66-9C16-22A64324A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27211" y="-4339476"/>
            <a:ext cx="1137882" cy="12191694"/>
          </a:xfrm>
          <a:custGeom>
            <a:avLst/>
            <a:gdLst>
              <a:gd name="connsiteX0" fmla="*/ 0 w 1240954"/>
              <a:gd name="connsiteY0" fmla="*/ 12191694 h 12191694"/>
              <a:gd name="connsiteX1" fmla="*/ 72823 w 1240954"/>
              <a:gd name="connsiteY1" fmla="*/ 12017158 h 12191694"/>
              <a:gd name="connsiteX2" fmla="*/ 1215669 w 1240954"/>
              <a:gd name="connsiteY2" fmla="*/ 6524669 h 12191694"/>
              <a:gd name="connsiteX3" fmla="*/ 634271 w 1240954"/>
              <a:gd name="connsiteY3" fmla="*/ 405211 h 12191694"/>
              <a:gd name="connsiteX4" fmla="*/ 534414 w 1240954"/>
              <a:gd name="connsiteY4" fmla="*/ 0 h 12191694"/>
              <a:gd name="connsiteX5" fmla="*/ 559698 w 1240954"/>
              <a:gd name="connsiteY5" fmla="*/ 0 h 12191694"/>
              <a:gd name="connsiteX6" fmla="*/ 659555 w 1240954"/>
              <a:gd name="connsiteY6" fmla="*/ 405211 h 12191694"/>
              <a:gd name="connsiteX7" fmla="*/ 1240954 w 1240954"/>
              <a:gd name="connsiteY7" fmla="*/ 6524669 h 12191694"/>
              <a:gd name="connsiteX8" fmla="*/ 98108 w 1240954"/>
              <a:gd name="connsiteY8" fmla="*/ 12017158 h 12191694"/>
              <a:gd name="connsiteX9" fmla="*/ 25285 w 1240954"/>
              <a:gd name="connsiteY9" fmla="*/ 12191694 h 1219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0954" h="12191694">
                <a:moveTo>
                  <a:pt x="0" y="12191694"/>
                </a:moveTo>
                <a:lnTo>
                  <a:pt x="72823" y="12017158"/>
                </a:lnTo>
                <a:cubicBezTo>
                  <a:pt x="681859" y="10555569"/>
                  <a:pt x="1215669" y="9148088"/>
                  <a:pt x="1215669" y="6524669"/>
                </a:cubicBezTo>
                <a:cubicBezTo>
                  <a:pt x="1215670" y="4186551"/>
                  <a:pt x="1012087" y="2048160"/>
                  <a:pt x="634271" y="405211"/>
                </a:cubicBezTo>
                <a:lnTo>
                  <a:pt x="534414" y="0"/>
                </a:lnTo>
                <a:lnTo>
                  <a:pt x="559698" y="0"/>
                </a:lnTo>
                <a:lnTo>
                  <a:pt x="659555" y="405211"/>
                </a:lnTo>
                <a:cubicBezTo>
                  <a:pt x="1037372" y="2048160"/>
                  <a:pt x="1240954" y="4186551"/>
                  <a:pt x="1240954" y="6524669"/>
                </a:cubicBezTo>
                <a:cubicBezTo>
                  <a:pt x="1240954" y="9148088"/>
                  <a:pt x="707144" y="10555569"/>
                  <a:pt x="98108" y="12017158"/>
                </a:cubicBezTo>
                <a:lnTo>
                  <a:pt x="25285" y="121916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FA091-2EF2-2EBD-7E33-68B96E3E8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44" y="543687"/>
            <a:ext cx="9756112" cy="1046868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/>
            <a:r>
              <a:rPr lang="en-US"/>
              <a:t>Выводы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0457BB4-CED7-4065-8959-D6B51491B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90529" y="-4583452"/>
            <a:ext cx="1011248" cy="12191695"/>
          </a:xfrm>
          <a:custGeom>
            <a:avLst/>
            <a:gdLst>
              <a:gd name="connsiteX0" fmla="*/ 0 w 1102849"/>
              <a:gd name="connsiteY0" fmla="*/ 12191695 h 12191695"/>
              <a:gd name="connsiteX1" fmla="*/ 65312 w 1102849"/>
              <a:gd name="connsiteY1" fmla="*/ 12017158 h 12191695"/>
              <a:gd name="connsiteX2" fmla="*/ 1090278 w 1102849"/>
              <a:gd name="connsiteY2" fmla="*/ 6524670 h 12191695"/>
              <a:gd name="connsiteX3" fmla="*/ 568848 w 1102849"/>
              <a:gd name="connsiteY3" fmla="*/ 405211 h 12191695"/>
              <a:gd name="connsiteX4" fmla="*/ 479291 w 1102849"/>
              <a:gd name="connsiteY4" fmla="*/ 0 h 12191695"/>
              <a:gd name="connsiteX5" fmla="*/ 491862 w 1102849"/>
              <a:gd name="connsiteY5" fmla="*/ 0 h 12191695"/>
              <a:gd name="connsiteX6" fmla="*/ 581419 w 1102849"/>
              <a:gd name="connsiteY6" fmla="*/ 405211 h 12191695"/>
              <a:gd name="connsiteX7" fmla="*/ 1102849 w 1102849"/>
              <a:gd name="connsiteY7" fmla="*/ 6524670 h 12191695"/>
              <a:gd name="connsiteX8" fmla="*/ 77883 w 1102849"/>
              <a:gd name="connsiteY8" fmla="*/ 12017158 h 12191695"/>
              <a:gd name="connsiteX9" fmla="*/ 12571 w 1102849"/>
              <a:gd name="connsiteY9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2849" h="12191695">
                <a:moveTo>
                  <a:pt x="0" y="12191695"/>
                </a:moveTo>
                <a:lnTo>
                  <a:pt x="65312" y="12017158"/>
                </a:lnTo>
                <a:cubicBezTo>
                  <a:pt x="611528" y="10555569"/>
                  <a:pt x="1090278" y="9148088"/>
                  <a:pt x="1090278" y="6524670"/>
                </a:cubicBezTo>
                <a:cubicBezTo>
                  <a:pt x="1090278" y="4186551"/>
                  <a:pt x="907694" y="2048159"/>
                  <a:pt x="568848" y="405211"/>
                </a:cubicBezTo>
                <a:lnTo>
                  <a:pt x="479291" y="0"/>
                </a:lnTo>
                <a:lnTo>
                  <a:pt x="491862" y="0"/>
                </a:lnTo>
                <a:lnTo>
                  <a:pt x="581419" y="405211"/>
                </a:lnTo>
                <a:cubicBezTo>
                  <a:pt x="920265" y="2048159"/>
                  <a:pt x="1102849" y="4186551"/>
                  <a:pt x="1102849" y="6524670"/>
                </a:cubicBezTo>
                <a:cubicBezTo>
                  <a:pt x="1102849" y="9148088"/>
                  <a:pt x="624099" y="10555569"/>
                  <a:pt x="77883" y="12017158"/>
                </a:cubicBezTo>
                <a:lnTo>
                  <a:pt x="12571" y="1219169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CA6979CD-DDE3-D0EF-5325-E75982A17C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538319"/>
              </p:ext>
            </p:extLst>
          </p:nvPr>
        </p:nvGraphicFramePr>
        <p:xfrm>
          <a:off x="1920875" y="2812010"/>
          <a:ext cx="8769350" cy="3289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9991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AFD1D-4594-7B00-3CD7-B4C5FDB3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ru-RU" dirty="0"/>
              <a:t>Рекомендации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6129FC-0F2D-D98C-8ED2-06A83DE2AC21}"/>
              </a:ext>
            </a:extLst>
          </p:cNvPr>
          <p:cNvSpPr txBox="1"/>
          <p:nvPr/>
        </p:nvSpPr>
        <p:spPr>
          <a:xfrm>
            <a:off x="216747" y="2348653"/>
            <a:ext cx="91981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200" b="1" dirty="0"/>
              <a:t>1. Увеличить количество приглашений:</a:t>
            </a:r>
            <a:endParaRPr lang="ru-RU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упростить механику приглашения (1–2 клика)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добавить внутриигровые стимулы за отправку приглашений (бонусы, валюта, эксклюзивный контент)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сделать приглашения заметными: добавить кнопки в ключевые точки игры (после победы, достижения уровня)</a:t>
            </a:r>
          </a:p>
          <a:p>
            <a:pPr>
              <a:lnSpc>
                <a:spcPct val="150000"/>
              </a:lnSpc>
            </a:pPr>
            <a:r>
              <a:rPr lang="ru-RU" sz="1200" b="1" dirty="0"/>
              <a:t>2. Повысить конверсию приглашений:</a:t>
            </a:r>
            <a:endParaRPr lang="ru-RU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улучшить целевую страницу для приглашённых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дать бонус обоим: и тому, кто пригласил, и тому, кого пригласили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персонализировать приглашения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Обеспечить мгновенный доступ к игре</a:t>
            </a:r>
          </a:p>
          <a:p>
            <a:pPr>
              <a:lnSpc>
                <a:spcPct val="150000"/>
              </a:lnSpc>
            </a:pPr>
            <a:r>
              <a:rPr lang="ru-RU" sz="1200" b="1" dirty="0"/>
              <a:t>3. Улучшить удержание :</a:t>
            </a:r>
            <a:endParaRPr lang="ru-RU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поработать над геймплеем, контентом, балансом — чтобы игроки не уходили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/>
              <a:t>внедрить ежедневные награды, события, социальные механики</a:t>
            </a:r>
          </a:p>
          <a:p>
            <a:endParaRPr lang="ru-RU" dirty="0"/>
          </a:p>
        </p:txBody>
      </p:sp>
      <p:pic>
        <p:nvPicPr>
          <p:cNvPr id="5" name="Рисунок 4" descr="Игровой контроллер со сплошной заливкой">
            <a:extLst>
              <a:ext uri="{FF2B5EF4-FFF2-40B4-BE49-F238E27FC236}">
                <a16:creationId xmlns:a16="http://schemas.microsoft.com/office/drawing/2014/main" id="{A80116ED-61AD-37C4-4BDF-874E04FBE9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4800" y="3591560"/>
            <a:ext cx="3180080" cy="318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45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E73E149-B6EC-43FF-8939-B7B143948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327" y="632627"/>
            <a:ext cx="3387345" cy="297649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BEB0D00-4F7A-41D8-B15E-B42145EA9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1784" y="397566"/>
            <a:ext cx="3848432" cy="344661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040FE-1EAF-B82B-0E30-5470E55E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398" y="3739768"/>
            <a:ext cx="9165204" cy="1568548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Анализ лояльности </a:t>
            </a:r>
            <a:r>
              <a:rPr lang="ru-RU" sz="4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пользователей</a:t>
            </a:r>
            <a:endParaRPr lang="en-US" sz="4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F2F014E7-B612-4079-894D-4697468C5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6335" y="508883"/>
            <a:ext cx="3619330" cy="318091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Graphic 5" descr="Цикл с людьми со сплошной заливкой">
            <a:extLst>
              <a:ext uri="{FF2B5EF4-FFF2-40B4-BE49-F238E27FC236}">
                <a16:creationId xmlns:a16="http://schemas.microsoft.com/office/drawing/2014/main" id="{627E7F0B-15C4-D624-A9A7-6E08EFCAB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268420" y="1196594"/>
            <a:ext cx="1746030" cy="174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79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B133CD6-82CC-B352-8702-459FC905B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ru-RU" dirty="0"/>
              <a:t>Вариант 1:</a:t>
            </a:r>
            <a:br>
              <a:rPr lang="ru-RU" dirty="0"/>
            </a:br>
            <a:r>
              <a:rPr lang="ru-RU" sz="1600" dirty="0"/>
              <a:t>пригласил минимум 3 пользователей, минимум 1 зарегистрировался</a:t>
            </a:r>
            <a:endParaRPr lang="ru-RU" dirty="0"/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962B6990-286D-AC62-AEE7-D8C6A2684D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63816"/>
              </p:ext>
            </p:extLst>
          </p:nvPr>
        </p:nvGraphicFramePr>
        <p:xfrm>
          <a:off x="178676" y="2153921"/>
          <a:ext cx="11834648" cy="4530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3995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F3DAC-2AAA-65CC-4E7A-9FE4ABBF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ru-RU" dirty="0"/>
              <a:t>Вариант 2:</a:t>
            </a:r>
            <a:br>
              <a:rPr lang="ru-RU" dirty="0"/>
            </a:br>
            <a:r>
              <a:rPr lang="ru-RU" sz="1600" dirty="0"/>
              <a:t>оплатил суммарно больше 1000 рублей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142C3B6-028C-F9DD-4030-BE4681DF4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210995"/>
              </p:ext>
            </p:extLst>
          </p:nvPr>
        </p:nvGraphicFramePr>
        <p:xfrm>
          <a:off x="294640" y="2194560"/>
          <a:ext cx="11694160" cy="4511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94428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E73E149-B6EC-43FF-8939-B7B143948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327" y="632627"/>
            <a:ext cx="3387345" cy="297649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5BEB0D00-4F7A-41D8-B15E-B42145EA9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1784" y="397566"/>
            <a:ext cx="3848432" cy="344661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7AF0C76-43B4-1587-2093-349CC6DA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398" y="3739768"/>
            <a:ext cx="9165204" cy="156854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Вывод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B30F9D4-E2D2-BC68-EC69-AC5D42320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3398" y="5300766"/>
            <a:ext cx="9523200" cy="1159668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930"/>
              </a:spcBef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Основная динамика типична и не зависит от условий определения лояльных пользователей. При этом от условий зависит итоговое количество лояльных игроков, чем сложнее условие – тем меньше лояльных</a:t>
            </a:r>
          </a:p>
          <a:p>
            <a:pPr algn="ctr">
              <a:lnSpc>
                <a:spcPct val="120000"/>
              </a:lnSpc>
              <a:spcBef>
                <a:spcPts val="930"/>
              </a:spcBef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20000"/>
              </a:lnSpc>
              <a:spcBef>
                <a:spcPts val="930"/>
              </a:spcBef>
            </a:pP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20000"/>
              </a:lnSpc>
              <a:spcBef>
                <a:spcPts val="930"/>
              </a:spcBef>
            </a:pP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F2F014E7-B612-4079-894D-4697468C5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6335" y="508883"/>
            <a:ext cx="3619330" cy="318091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E029B0EB-C900-2C8E-354E-EA8C2FFC0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8420" y="1196594"/>
            <a:ext cx="1746030" cy="174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658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624CBFB-D803-467F-960F-B6A30F821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B6CA9E8-E5C9-68E6-7BEA-FDBC1D22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823" y="1346268"/>
            <a:ext cx="8868354" cy="2463667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Спасибо за внимание</a:t>
            </a: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03C85561-90D2-4AFA-B2C5-F2D61D86C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026B71D-5A6F-48FE-AC6A-D7AAA018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47015" y="-1314429"/>
            <a:ext cx="1697663" cy="12191695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28582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902</Words>
  <Application>Microsoft Office PowerPoint</Application>
  <PresentationFormat>Широкоэкранный</PresentationFormat>
  <Paragraphs>199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5" baseType="lpstr">
      <vt:lpstr>Meiryo</vt:lpstr>
      <vt:lpstr>Arial</vt:lpstr>
      <vt:lpstr>Corbel</vt:lpstr>
      <vt:lpstr>SketchLinesVTI</vt:lpstr>
      <vt:lpstr>Zombie Revolution </vt:lpstr>
      <vt:lpstr>Анализ мобильной игры Zombie Revolution</vt:lpstr>
      <vt:lpstr>Презентация PowerPoint</vt:lpstr>
      <vt:lpstr>Общее количество игроков</vt:lpstr>
      <vt:lpstr>Анализ пользователей</vt:lpstr>
      <vt:lpstr>Анализ игровых сессий</vt:lpstr>
      <vt:lpstr>Игровые сессии </vt:lpstr>
      <vt:lpstr>Динамика игровых сессий</vt:lpstr>
      <vt:lpstr>Динамика доли «длинных сессий»</vt:lpstr>
      <vt:lpstr>Среднее время проведенное в игре</vt:lpstr>
      <vt:lpstr>Самые вовлеченные игроки</vt:lpstr>
      <vt:lpstr>Анализ приглашенных пользователей</vt:lpstr>
      <vt:lpstr>Метрики Реферальной (партнёрской) системы  </vt:lpstr>
      <vt:lpstr>Самые эффективные участники реферальной программы</vt:lpstr>
      <vt:lpstr>Анализ ошибок и битых записей игры</vt:lpstr>
      <vt:lpstr>Технические ошибки</vt:lpstr>
      <vt:lpstr>Структура ошибок по типам девайса</vt:lpstr>
      <vt:lpstr>Выводы </vt:lpstr>
      <vt:lpstr>Маркетинговый анализ</vt:lpstr>
      <vt:lpstr>Акция в марте</vt:lpstr>
      <vt:lpstr>MAU / WAU / DAU</vt:lpstr>
      <vt:lpstr>Sticky Factor</vt:lpstr>
      <vt:lpstr>Выводы</vt:lpstr>
      <vt:lpstr>Рекомендации</vt:lpstr>
      <vt:lpstr>Финансовый анализ</vt:lpstr>
      <vt:lpstr>Основные показатели</vt:lpstr>
      <vt:lpstr>Динамика выручки по месяцам</vt:lpstr>
      <vt:lpstr>Динамика выручки по типу продукта</vt:lpstr>
      <vt:lpstr>Анализ средних метрик</vt:lpstr>
      <vt:lpstr>Выводы</vt:lpstr>
      <vt:lpstr>Когортный финансовый анализ</vt:lpstr>
      <vt:lpstr>Новая стратегия привлечения лояльных игроков (ноябрь – декабрь 2022) и среднее время игры</vt:lpstr>
      <vt:lpstr>K-factor игры</vt:lpstr>
      <vt:lpstr>Прогноз будущей когорты</vt:lpstr>
      <vt:lpstr>Выводы</vt:lpstr>
      <vt:lpstr>Рекомендации</vt:lpstr>
      <vt:lpstr>Анализ лояльности пользователей</vt:lpstr>
      <vt:lpstr>Вариант 1: пригласил минимум 3 пользователей, минимум 1 зарегистрировался</vt:lpstr>
      <vt:lpstr>Вариант 2: оплатил суммарно больше 1000 рублей</vt:lpstr>
      <vt:lpstr>Вывод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 164.2</dc:creator>
  <cp:lastModifiedBy>DA 164.2</cp:lastModifiedBy>
  <cp:revision>81</cp:revision>
  <dcterms:created xsi:type="dcterms:W3CDTF">2026-06-18T07:56:21Z</dcterms:created>
  <dcterms:modified xsi:type="dcterms:W3CDTF">2026-07-27T09:47:53Z</dcterms:modified>
</cp:coreProperties>
</file>